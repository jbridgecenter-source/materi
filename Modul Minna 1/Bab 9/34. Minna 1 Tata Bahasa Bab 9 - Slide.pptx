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9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Suka, Bisa &amp; Alasan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すき・わかります・から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 apa? Bisa apa? Kenapa? Yuk belajar ngomongin kesukaan dan alasan.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ga suki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 / mengerti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hal yang disukai, dikuasai, atau dimengerti, objeknya pakai が (bukan を): すき, きらい,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じょうず, へた, わかります, あります.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わたしはにほんごがわかります。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nihongo ga wakarimasu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mengerti bahasa Jepang.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9 · Suka, Bisa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Donna KB ga suki?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 apa?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どんな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menanyakan kesukaan secara terbuka: "suka ... apa?"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どんなスポーツがすきですか。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donna supootsu ga suki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 olahraga apa?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9 · Suka, Bisa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Yoku / Amari / Zenzen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seberapa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よく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すこし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あまり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ぜんぜん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Ditaruh sebelum kata kerja: よく (sering/baik), すこし (sedikit). あまり (kurang) &amp; ぜんぜん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(sama sekali) WAJIB dengan negatif.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えいごがあまりわかりません。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eigo ga amari wakarimasen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Kurang mengerti bahasa Inggris.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9 · Suka, Bisa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~kara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karena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から di akhir anak kalimat = "karena", untuk memberi alasan.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じかんがありませんから、しんぶんをよみません。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jikan ga arimasen kara, shinbun o yomimasen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Karena tidak ada waktu, saya tidak baca koran.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9 · Suka, Bisa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Doushite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どうして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～か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から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どうして = "kenapa?". Jawabannya pakai ～から (karena).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どうしてはやくかえりますか。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doushite hayaku kaerimasu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pulang cepat?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9 · Suka, Bisa &amp; Alasan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9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 / mengerti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が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Suka apa?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どんな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Seberapa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よく・あまり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Karena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どうして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sebutkan hal yang kamu suka dan alasannya!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9 - Tata Bahasa</dc:title>
  <dc:subject>PptxGenJS Presentation</dc:subject>
  <dc:creator>PptxGenJS</dc:creator>
  <cp:lastModifiedBy>PptxGenJS</cp:lastModifiedBy>
  <cp:revision>1</cp:revision>
  <dcterms:created xsi:type="dcterms:W3CDTF">2026-09-25T03:47:29Z</dcterms:created>
  <dcterms:modified xsi:type="dcterms:W3CDTF">2026-09-25T03:47:29Z</dcterms:modified>
</cp:coreProperties>
</file>