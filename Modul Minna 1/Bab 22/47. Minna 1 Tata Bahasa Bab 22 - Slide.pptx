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21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11896" y="82296"/>
            <a:ext cx="740664" cy="74980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14884"/>
            <a:ext cx="493776" cy="48097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12648" y="475488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EDAE2F"/>
          </a:solidFill>
          <a:ln>
            <a:solidFill>
              <a:srgbClr val="EDAE2F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BAB 22 · TATA BAHASA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73736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Menjelaskan Benda</a:t>
            </a:r>
            <a:endParaRPr lang="en-US" sz="4400" dirty="0"/>
          </a:p>
        </p:txBody>
      </p:sp>
      <p:sp>
        <p:nvSpPr>
          <p:cNvPr id="6" name="Text 3"/>
          <p:cNvSpPr txBox="1"/>
          <p:nvPr/>
        </p:nvSpPr>
        <p:spPr>
          <a:xfrm>
            <a:off x="612648" y="260604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ブディさんが つくった ケーキ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612648" y="33832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"Kue yang dibuat Budi" — yuk belajar menjelaskan benda pakai kalimat.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1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Anak kalimat + KB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menjelaskan benda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F7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[Bentuk Biasa]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pPr algn="ctr" indent="0" marL="0">
              <a:buNone/>
            </a:pPr>
            <a:r>
              <a:rPr lang="en-US" sz="2100" b="1" dirty="0">
                <a:solidFill>
                  <a:srgbClr val="2F7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KB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Taruh kalimat (BENTUK BIASA) DI DEPAN kata benda untuk menjelaskannya. Subjek di dalamnya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pakai が. KS-な → な, KB → の.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これはブディさんがつくったケーキです。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kore wa Budi-san ga tsukutta keeki desu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 kue yang dibuat Budi.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  ·  Bab 22 · Menjelaskan Benda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2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KK + jikan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waktu untuk ...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E9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KK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(kamus)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pPr algn="ctr" indent="0" marL="0">
              <a:buNone/>
            </a:pPr>
            <a:r>
              <a:rPr lang="en-US" sz="2100" b="1" dirty="0">
                <a:solidFill>
                  <a:srgbClr val="2F7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じかん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pPr algn="ctr" indent="0" marL="0">
              <a:buNone/>
            </a:pPr>
            <a:r>
              <a:rPr lang="en-US" sz="2100" b="1" dirty="0">
                <a:solidFill>
                  <a:srgbClr val="E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が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pPr algn="ctr" indent="0" marL="0">
              <a:buNone/>
            </a:pPr>
            <a:r>
              <a:rPr lang="en-US" sz="2100" b="1" dirty="0">
                <a:solidFill>
                  <a:srgbClr val="2E9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あります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Kata kerja bentuk KAMUS di depan じかん (waktu), やくそく (janji), atau ようじ (urusan):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"waktu untuk ...".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あさごはんをたべるじかんがありません。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asagohan o taberu jikan ga arimasen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Tidak ada waktu untuk sarapan.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  ·  Bab 22 · Menjelaskan Benda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3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~mashou ka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gimana kalau ...?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E9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KK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pPr algn="ctr" indent="0" marL="0">
              <a:buNone/>
            </a:pPr>
            <a:r>
              <a:rPr lang="en-US" sz="21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ましょうか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Menawarkan diri untuk melakukan sesuatu, termasuk yang dilakukan bersama.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いまからいきましょうか。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 kara ikimashou ka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Bagaimana kalau kita pergi sekarang?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  ·  Bab 22 · Menjelaskan Benda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21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11896" y="82296"/>
            <a:ext cx="740664" cy="74980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14884"/>
            <a:ext cx="493776" cy="48097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12648" y="475488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EDAE2F"/>
          </a:solidFill>
          <a:ln>
            <a:solidFill>
              <a:srgbClr val="EDAE2F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RANGKUMAN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612648" y="8229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Bab 22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612648" y="1609344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740664" y="1755648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1188720" y="1609344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Menjelaskan benda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［kalimat］＋KB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800600" y="1609344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4928616" y="1755648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5376672" y="1609344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Waktu untuk ...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じかん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12648" y="2331720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740664" y="2478024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1188720" y="2331720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Gimana kalau ...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ましょうか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21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11896" y="82296"/>
            <a:ext cx="740664" cy="74980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14884"/>
            <a:ext cx="493776" cy="48097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0" y="150876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またね！</a:t>
            </a:r>
            <a:endParaRPr lang="en-US" sz="6400" dirty="0"/>
          </a:p>
        </p:txBody>
      </p:sp>
      <p:sp>
        <p:nvSpPr>
          <p:cNvPr id="5" name="Text 2"/>
          <p:cNvSpPr txBox="1"/>
          <p:nvPr/>
        </p:nvSpPr>
        <p:spPr>
          <a:xfrm>
            <a:off x="0" y="2743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matane — sampai jumpa!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3383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DA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Coba jelaskan benda favoritmu pakai anak kalimat!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Minna no Nihongo I - Bab 22 - Tata Bahasa</dc:title>
  <dc:subject>PptxGenJS Presentation</dc:subject>
  <dc:creator>PptxGenJS</dc:creator>
  <cp:lastModifiedBy>PptxGenJS</cp:lastModifiedBy>
  <cp:revision>1</cp:revision>
  <dcterms:created xsi:type="dcterms:W3CDTF">2026-09-27T20:20:47Z</dcterms:created>
  <dcterms:modified xsi:type="dcterms:W3CDTF">2026-09-27T20:20:47Z</dcterms:modified>
</cp:coreProperties>
</file>