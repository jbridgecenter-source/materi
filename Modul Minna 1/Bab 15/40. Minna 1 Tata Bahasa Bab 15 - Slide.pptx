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15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Izin &amp; Larangan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～ても いい・～ては いけません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Boleh foto di sini? Yuk belajar minta izin dan memahami larangan.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mo ii desu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boleh ...?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いい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minta izin: "boleh ...?". Kalau boleh, jawab: ええ、どうぞ / はい、いいです.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しゃしんをとってもいいですか。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shashin o totte mo ii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Boleh foto?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15 · Izin &amp; Larangan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wa ikemasen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boleh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いけません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Larangan: "tidak boleh ...". Nadanya tegas, biasanya untuk aturan.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ここでたばこをすってはいけません。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koko de tabako o sutte wa ikemasen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sini tidak boleh merokok.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15 · Izin &amp; Larangan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keadaan / kebiasaan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Selain "sedang", ています juga untuk keadaan yang masih berlaku (tinggal, sudah menikah, tahu)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pekerjaan/kebiasaan.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わたしはおおさかにすんでいます。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watashi wa Oosaka ni sunde 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tinggal di Osaka.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15 · Izin &amp; Larangan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ni KK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/ naik / tiba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のります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はいります (masuk), のります (naik), dan つきます (tiba) memakai に untuk tujuannya.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でんしゃにのります。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densha ni norimasu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Naik kereta.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15 · Izin &amp; Larangan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[Tempat] ni KB o KK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 hasil aksi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 juga menunjukkan tempat hasil aksi berada, misalnya menulis sesuatu DI sini.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ここにじゅうしょをかいてください。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koko ni juusho o kaite kudasai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Tolong tulis alamat di sini.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15 · Izin &amp; Larangan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15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Boleh?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てもいい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boleh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てはいけません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Keadaan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ています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/ naik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に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 hasil aksi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に～を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sebutkan aturan di sekolah atau kantormu!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15 - Tata Bahasa</dc:title>
  <dc:subject>PptxGenJS Presentation</dc:subject>
  <dc:creator>PptxGenJS</dc:creator>
  <cp:lastModifiedBy>PptxGenJS</cp:lastModifiedBy>
  <cp:revision>1</cp:revision>
  <dcterms:created xsi:type="dcterms:W3CDTF">2026-09-25T03:47:30Z</dcterms:created>
  <dcterms:modified xsi:type="dcterms:W3CDTF">2026-09-25T03:47:30Z</dcterms:modified>
</cp:coreProperties>
</file>