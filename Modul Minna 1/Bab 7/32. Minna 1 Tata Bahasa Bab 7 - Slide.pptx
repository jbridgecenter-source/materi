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7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Memberi &amp; Menerima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あげます・もらいます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Dapat hadiah dari siapa? Yuk belajar memberi dan menerima dalam bahasa Jepang.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Alat + de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pakai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alat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 menunjukkan ALAT atau CARA. はしで たべます = makan pakai sumpit. "Dalam bahasa ~" juga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pakai で: にほんごで.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はしでたべます。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 de tabemasu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Makan pakai sumpit.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7 · Memberi &amp; Menerima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~go de nan desu ka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bahasa ~-nya apa?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「X」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～ご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なん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bertanya "X dalam bahasa Y apa?". Pas banget kalau kita lupa satu kata.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「ありがとう」はえいごでなんですか。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"arigatou" wa eigo de nan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"Arigatou" dalam bahasa Inggris apa?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7 · Memberi &amp; Menerima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あげます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あげます = memberi. に menandai si PENERIMA. Pola yang sama untuk かします (meminjamkan) dan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おしえます (mengajari).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シティさんにはなをあげます。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Siti-san ni hana o agemasu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Memberi bunga kepada Siti.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7 · Memberi &amp; Menerima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menerima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もらいます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もらいます = menerima. に menandai si PEMBERI (boleh diganti から). Dari lembaga/perusahaan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WAJIB pakai から.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デウィさんにはなをもらいました。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Dewi-san ni hana o moraimashita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Menerima bunga dari Dewi.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7 · Memberi &amp; Menerima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 ~mashita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sudah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もう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ました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もう = "sudah", untuk sesuatu yang sudah selesai. Kalau belum, jawab まだです (belum).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もうにもつをおくりましたか。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 nimotsu o okurimashita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Barangnya sudah dikirim?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7 · Memberi &amp; Menerima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partikel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gaya santai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Dalam obrolan santai, partikel kadang DIHILANGKAN kalau maknanya sudah jelas: このスプーン[は]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すてきですね.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このスプーン、すてきですね。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kono supuun, suteki desu ne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Sendok ini bagus ya.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7 · Memberi &amp; Menerima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7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Pakai alat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で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Bahasa ~-nya?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～ごで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あげます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Menerima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もらいます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Sudah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もう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28616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76672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partikel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は・を ✕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ceritakan hadiah yang pernah kamu beri dan terima!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7 - Tata Bahasa</dc:title>
  <dc:subject>PptxGenJS Presentation</dc:subject>
  <dc:creator>PptxGenJS</dc:creator>
  <cp:lastModifiedBy>PptxGenJS</cp:lastModifiedBy>
  <cp:revision>1</cp:revision>
  <dcterms:created xsi:type="dcterms:W3CDTF">2026-09-27T20:20:47Z</dcterms:created>
  <dcterms:modified xsi:type="dcterms:W3CDTF">2026-09-27T20:20:47Z</dcterms:modified>
</cp:coreProperties>
</file>