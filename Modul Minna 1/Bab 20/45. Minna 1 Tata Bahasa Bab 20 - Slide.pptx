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20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Santai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ふつうけい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Ngobrol sama teman nggak perlu kaku! Yuk belajar bahasa santai (bentuk biasa).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Halus vs Biasa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gaya bicara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いきます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いく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HALUS (～ます/です) untuk orang baru &amp; atasan. Bentuk BIASA untuk teman &amp; keluarga.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いきます → いく, すきです → すきだ.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あしたジャカルタへいく。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ashita Jakaruta e iku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Besok pergi ke Jakarta. (santai)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20 · Bahasa Santai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pakai yang mana?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lawan bicara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Halus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atasan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teman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Halus: ke orang yang belum akrab, lebih tua, atau atasan. Biasa: ke teman akrab, keluarga,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atau anak kecil.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げんき？ ／ おげんきですか。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genki? / ogenki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kabar? (teman / atasan)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20 · Bahasa Santai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Ciri obrolan santai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ringkas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✕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を・は・が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✕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～てる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Saat santai: か dihilangkan (cukup nada naik), partikel sering dilepas, ～ている → ～てる,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けど = tapi.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コーヒーのむ？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koohii nomu?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 minum kopi?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20 · Bahasa Santai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20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Halus vs biasa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ます → 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gaya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atasan・teman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Obrolan santai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～てる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ngobrol santai dengan temanmu pakai bentuk biasa!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20 - Tata Bahasa</dc:title>
  <dc:subject>PptxGenJS Presentation</dc:subject>
  <dc:creator>PptxGenJS</dc:creator>
  <cp:lastModifiedBy>PptxGenJS</cp:lastModifiedBy>
  <cp:revision>1</cp:revision>
  <dcterms:created xsi:type="dcterms:W3CDTF">2026-09-27T20:20:47Z</dcterms:created>
  <dcterms:modified xsi:type="dcterms:W3CDTF">2026-09-27T20:20:47Z</dcterms:modified>
</cp:coreProperties>
</file>