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12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&amp; Perbandingan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より・いちばん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Kemarin gimana? Mana yang lebih enak? Yuk belajar bentuk lampau dan membandingkan.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Deshita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KB &amp; KS-na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でした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 ありませんでした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kalimat kata benda &amp; KS-な: です → でした, じゃ ありません → じゃ ありませんでした.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きのうはあめでした。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kinou wa ame deshita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Kemarin hujan.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12 · Lampau &amp; Perbandingan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~katta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KS-i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～かった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～くなかった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KS-い lampau: buang い → ～かったです (positif), ～くなかったです (negatif). Spesial: いい →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よかったです.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りょこうはたのしかったです。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ryokou wa tanoshikatta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Tamasyanya menyenangkan.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12 · Lampau &amp; Perbandingan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~yori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... daripada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より = "daripada". X は Y より [sifat] です = X lebih [sifat] daripada 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このくるまはあのくるまよりおおきいです。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kuruma wa ano kuruma yori ookii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ini lebih besar daripada mobil itu.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12 · Lampau &amp; Perbandingan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Dochira ga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 yang lebih?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どちら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memilih dari DUA hal. Jawabnya: [pilihan] の ほうが [sifat] 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サッカーとやきゅうとどちらがおもしろいですか。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sakkaa to yakyuu to dochira ga omoshiroi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 yang lebih seru, sepak bola atau baseball?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12 · Lampau &amp; Perbandingan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Ichiban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いちばん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いちばん = "paling". Pakai kata tanya yang sesuai: なに (benda), どこ (tempat), だれ (orang),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 (waktu).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にほんりょうりでなにがいちばんおいしいですか。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Nihon ryouri de nani ga ichiban oishii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Masakan Jepang apa yang paling enak?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12 · Lampau &amp; Perbandingan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KS-i + no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 bisa menggantikan kata benda yang sudah jelas. あかいの = "yang merah".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カリナさんのかばんはあのあかいのです。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Karina-san no kaban wa ano akai no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 Karina yang merah itu.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12 · Lampau &amp; Perbandingan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12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KB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でした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KS-i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～かった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daripada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より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 yang lebih?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どちら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いちばん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bandingkan dua makanan favoritmu!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12 - Tata Bahasa</dc:title>
  <dc:subject>PptxGenJS Presentation</dc:subject>
  <dc:creator>PptxGenJS</dc:creator>
  <cp:lastModifiedBy>PptxGenJS</cp:lastModifiedBy>
  <cp:revision>1</cp:revision>
  <dcterms:created xsi:type="dcterms:W3CDTF">2026-09-25T03:47:30Z</dcterms:created>
  <dcterms:modified xsi:type="dcterms:W3CDTF">2026-09-25T03:47:30Z</dcterms:modified>
</cp:coreProperties>
</file>