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19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-ta &amp; Pernah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～た ことが あります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Pernah ke Jepang? Yuk belajar menceritakan pengalaman pakai bentuk -ta.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Membuat bentuk -ta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lampau biasa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Caranya PERSIS bentuk て, tinggal ganti て → た dan で → だ. かいて → かいた, のんで →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のんだ.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のみます → のんだ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nomimasu → nonda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minum (bentuk -ta)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19 · Bentuk -ta &amp; Pernah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~ta koto ga 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pernah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こと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pengalaman "pernah ...": bentuk た + ことが あります.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ほっかいどうへいったことがあります。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Hokkaidou e itta koto ga 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Pernah pergi ke Hokkaido.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19 · Bentuk -ta &amp; Pernah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~tari ~tari shimasu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antara lain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KKたり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menyebut beberapa kegiatan sebagai CONTOH (tidak urut, tidak semua): bentuk た + り,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diulang, ditutup します.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にちようびはテニスをしたり、えいがをみたりします。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nichiyoubi wa tenisu o shitari, eiga o mitari shimasu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Minggu main tenis, nonton film, dll.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19 · Bentuk -ta &amp; Pernah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~ku / ~ni narimasu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～く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D633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なります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なります = menjadi. KS-い → ～く なります. KS-な → ～に なります. KB → に なります.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さむくなります。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samuku narimasu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 dingin.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19 · Bentuk -ta &amp; Pernah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19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Bentuk -ta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～た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Pernah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たことがあります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Antara lain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～たり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Menjadi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なります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pengalaman paling seru yang pernah kamu alami!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19 - Tata Bahasa</dc:title>
  <dc:subject>PptxGenJS Presentation</dc:subject>
  <dc:creator>PptxGenJS</dc:creator>
  <cp:lastModifiedBy>PptxGenJS</cp:lastModifiedBy>
  <cp:revision>1</cp:revision>
  <dcterms:created xsi:type="dcterms:W3CDTF">2026-09-25T03:47:30Z</dcterms:created>
  <dcterms:modified xsi:type="dcterms:W3CDTF">2026-09-25T03:47:30Z</dcterms:modified>
</cp:coreProperties>
</file>