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17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-nai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～ない・～なければ なりません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Jangan…, harus…, tidak perlu… Semuanya lahir dari bentuk -nai!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-nai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negatif biasa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KKない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bunyi sebelum ます → kolom あ + ない (かきます → かかない; ～います → ～わない). II: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 → ない. III: しない, こない.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のみます → のまない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nomimasu → nomanai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minum (bentuk -nai)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17 · Bentuk -nai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~naide kudasai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KKない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meminta supaya JANGAN melakukan sesuatu: bentuk ない + でください.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ここでしゃしんをとらないでください。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 de shashin o toranaide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 foto di sini.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17 · Bentuk -nai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~nakereba narimasen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KKなければ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なりません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keharusan: ～ない → ～なければ なりません. Ingat: ini BUKAN kalimat negatif!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くすりをのまなければなりません。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kusuri o nomanakereba narimasen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 minum obat.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17 · Bentuk -nai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~nakute mo ii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perlu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KKなくても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"tidak perlu ...": ～ない → ～なくても いいです.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あしたこなくてもいいです。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ashita konakute mo ii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Besok tidak perlu datang.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17 · Bentuk -nai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jadi topik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 → は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objek dijadikan TOPIK, を diganti は dan objeknya ditaruh di depan kalimat.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にもつはここにおかないでください。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nimotsu wa koko ni okanaide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Barangnya jangan ditaruh di sini.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17 · Bentuk -nai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~made 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 lambat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までに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までに = paling lambat / sebelum (tenggat waktu). Beda dengan まで (terus sampai).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かいぎは5じまでにおわります。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kaigi wa goji made ni owarimasu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Rapat selesai sebelum pukul 5.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17 · Bentuk -nai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17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-nai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～ない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ないでください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なければ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perlu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なくてもいい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jadi topik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 → は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 lambat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までに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hal yang harus dan tidak perlu kamu lakukan besok!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17 -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