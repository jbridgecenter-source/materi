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17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-nai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～ない・～なければ なりません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Jangan…, harus…, tidak perlu… Semuanya lahir dari bentuk -nai!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Membuat bentuk -nai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negatif biasa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KKない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I: bunyi sebelum ます → kolom あ + ない (かきます → かかない; ～います → ～わない). II: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ます → ない. III: しない, こない.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のみます → のまない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nomimasu → nomanai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minum (bentuk -nai)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17 · Bentuk -nai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~naide kudasai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jangan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KKない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ください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meminta supaya JANGAN melakukan sesuatu: bentuk ない + でください.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ここでしゃしんをとらないでください。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koko de shashin o toranaide kudasai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Jangan foto di sini.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17 · Bentuk -nai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~nakereba narimasen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harus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KKなければ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なりません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keharusan: ～ない → ～なければ なりません. Ingat: ini BUKAN kalimat negatif!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くすりをのまなければなりません。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kusuri o nomanakereba narimasen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Harus minum obat.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17 · Bentuk -nai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~nakute mo ii desu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perlu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KKなくても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いい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"tidak perlu ...": ～ない → ～なくても いいです.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あしたこなくてもいいです。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ashita konakute mo ii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Besok tidak perlu datang.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17 · Bentuk -nai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jadi topik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 → は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objek dijadikan TOPIK, を diganti は dan objeknya ditaruh di depan kalimat.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にもつはここにおかないでください。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nimotsu wa koko ni okanaide kudasai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Barangnya jangan ditaruh di sini.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17 · Bentuk -nai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~made ni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paling lambat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waktu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までに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までに = paling lambat / sebelum (tenggat waktu). Beda dengan まで (terus sampai).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かいぎは5じまでにおわります。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kaigi wa goji made ni owarimasu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Rapat selesai sebelum pukul 5.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17 · Bentuk -nai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17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-nai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～ない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Jangan ...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ないでください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Harus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なければ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perlu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なくてもいい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jadi topik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を → は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Paling lambat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までに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sebutkan hal yang harus dan tidak perlu kamu lakukan besok!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17 - Tata Bahasa</dc:title>
  <dc:subject>PptxGenJS Presentation</dc:subject>
  <dc:creator>PptxGenJS</dc:creator>
  <cp:lastModifiedBy>PptxGenJS</cp:lastModifiedBy>
  <cp:revision>1</cp:revision>
  <dcterms:created xsi:type="dcterms:W3CDTF">2026-09-25T03:47:30Z</dcterms:created>
  <dcterms:modified xsi:type="dcterms:W3CDTF">2026-09-25T03:47:30Z</dcterms:modified>
</cp:coreProperties>
</file>