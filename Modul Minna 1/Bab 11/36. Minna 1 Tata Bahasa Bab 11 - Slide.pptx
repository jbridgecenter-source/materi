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11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Menghitung Jumlah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ひとつ・ふたつ・みっつ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Satu, dua, tiga… tapi kok cara menghitungnya beda-beda? Yuk kenalan sama counter!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bantu bilangan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～つ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～にん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～だい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～まい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ひとつ～とお untuk benda umum. ～にん orang (ひとり, ふたり), ～だい mesin/kendaraan, ～まい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benda tipis, ～かい kali.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りんごをよっつかいます。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ringo o yottsu kaimasu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Membeli empat apel.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11 · Menghitung Jumlah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Letak jumlah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sebelum kata kerja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を／が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Angka + counter ditaruh SETELAH partikel, tepat sebelum kata kerja. Tidak perlu の.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がくせいがふたりいます。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gakusei ga futari 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dua mahasiswa.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11 · Menghitung Jumlah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Ikutsu / Nan~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berapa?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いくつ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なん～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どのくらい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いくつ = berapa buah, なん + counter (なんにん = berapa orang), どのくらい = berapa lama.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みかんをいくつかいましたか。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mikan o ikutsu kaimashita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 berapa jeruk?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11 · Menghitung Jumlah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~ni ~kai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seberapa sering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jangka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～かい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frekuensi: [jangka waktu] に [angka] かい. Contoh: sebulan dua kali.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1かげつに2かいえいがをみます。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ikkagetsu ni nikai eiga o mimasu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Nonton film dua kali sebulan.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11 · Menghitung Jumlah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~dake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だけ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だけ = "hanya / saja", ditaruh setelah kata benda atau jumlah.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やすみはにちようびだけです。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yasumi wa nichiyoubi dake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Liburnya hari Minggu saja.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11 · Menghitung Jumlah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11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～つ・～にん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Letak jumlah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を＋jumlah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Berapa?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いくつ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Seberapa sering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～かい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だけ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hitung benda-benda di mejamu dalam bahasa Jepang!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11 - Tata Bahasa</dc:title>
  <dc:subject>PptxGenJS Presentation</dc:subject>
  <dc:creator>PptxGenJS</dc:creator>
  <cp:lastModifiedBy>PptxGenJS</cp:lastModifiedBy>
  <cp:revision>1</cp:revision>
  <dcterms:created xsi:type="dcterms:W3CDTF">2026-09-25T03:47:30Z</dcterms:created>
  <dcterms:modified xsi:type="dcterms:W3CDTF">2026-09-25T03:47:30Z</dcterms:modified>
</cp:coreProperties>
</file>