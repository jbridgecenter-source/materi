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21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Pendapat &amp; Kutipan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～と おもいます・～と いいます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Menurutmu gimana? Yuk belajar menyampaikan pendapat dan mengutip omongan orang.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~to omoimasu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saya kira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Biasa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おもいます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pendapat atau dugaan: isi pikiran pakai BENTUK BIASA + と おもいます. Negatif: ～ないと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おもいます.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あしたあめがふるとおもいます。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ashita ame ga furu to omoimasu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Saya kira besok hujan.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21 · Pendapat &amp; Kutipan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~to iimasu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berkata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「…」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Biasa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いいます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kutipan. Langsung: pakai 「 」 apa adanya. Tidak langsung: ubah ke bentuk biasa + と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いいます.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ブディさんはあしたやすむといいました。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Budi-san wa ashita yasumu to iimashita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Budi bilang besok libur.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21 · Pendapat &amp; Kutipan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~deshou?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...kan?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Biasa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でしょう？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minta konfirmasi: "... kan?". Nadanya NAIK di akhir.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あしたパーティーへいくでしょう？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ashita paatii e iku deshou?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Besok ke pesta, kan?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21 · Pendapat &amp; Kutipan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[Tempat] de KB ga arimasu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diadakan di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tempat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あります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acara atau kejadian (pesta, festival, rapat), あります artinya "diadakan". Tempatnya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pakai で.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ジャカルタでサッカーのしあいがあります。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Jakaruta de sakkaa no shiai ga arimasu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Jakarta ada pertandingan sepak bola.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21 · Pendapat &amp; Kutipan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demo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...atau apa gitu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でも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でも untuk menawarkan dengan lembut sambil menyebut satu contoh: "... atau apa gitu".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ちょっとビールでものみませんか。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chotto biiru demo nomimasen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Gimana kalau minum bir atau apa gitu?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21 · Pendapat &amp; Kutipan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~nai to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harus (santai)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KKない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Singkatan santai dari ～なければ なりません (harus). Sering dipakai dalam obrolan sehari-hari.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もうかえらないと…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 kaeranai to…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Aku harus pulang nih...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21 · Pendapat &amp; Kutipan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21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Saya kira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とおもいます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Berkata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といいます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...kan?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でしょう？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Diadakan di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で～があります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40664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Atau apa gitu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でも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00600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928616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376672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Harus (santai)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ないと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sampaikan pendapatmu pakai ~to omoimasu!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 - Bab 21 - Tata Bahasa</dc:title>
  <dc:subject>PptxGenJS Presentation</dc:subject>
  <dc:creator>PptxGenJS</dc:creator>
  <cp:lastModifiedBy>PptxGenJS</cp:lastModifiedBy>
  <cp:revision>1</cp:revision>
  <dcterms:created xsi:type="dcterms:W3CDTF">2026-09-27T20:20:47Z</dcterms:created>
  <dcterms:modified xsi:type="dcterms:W3CDTF">2026-09-27T20:20:47Z</dcterms:modified>
</cp:coreProperties>
</file>