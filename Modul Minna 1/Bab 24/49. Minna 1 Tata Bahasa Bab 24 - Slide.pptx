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24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&amp; Menerima Jasa</a:t>
            </a:r>
            <a:endParaRPr lang="en-US" sz="41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くれます・～て あげます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yang sudah membantumu? Yuk belajar memberi dan menerima kebaikan.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Kuremasu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ke aku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くれます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くれます = memberi, khusus saat orang lain memberi ke AKU atau keluargaku. (あげます tidak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untuk "ke saya".)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デウィさんはわたしにおかしをくれました。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Dewi-san wa watashi ni okashi o kuremashita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Dewi memberi saya kue.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24 · Memberi &amp; Menerima Jasa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agemasu / kuremasu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jasa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あげます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もらいます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くれます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て あげます = aku lakukan UNTUK orang. て もらいます = aku dibantu orang. て くれます = orang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melakukan untukku.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アンディさんはわたしをえきまでおくってくれました。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Andi-san wa watashi o eki made okutte kuremashita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 mengantar saya ke stasiun.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24 · Memberi &amp; Menerima Jasa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wa KB ga KK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topik + pelaku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Topik besar pakai は, pelakunya pakai が: "anggur ini, Dewi yang memberi".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このワインはデウィさんがくれました。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wain wa Dewi-san ga kuremashita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Anggur ini Dewi yang memberi.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24 · Memberi &amp; Menerima Jasa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24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ke aku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くれます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jasa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～てあげます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Topik + pelaku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は～が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kebaikan yang pernah orang lain berikan padamu!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24 -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