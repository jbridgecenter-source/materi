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2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11896" y="82296"/>
            <a:ext cx="740664" cy="74980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14884"/>
            <a:ext cx="493776" cy="4809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12648" y="47548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DAE2F"/>
          </a:solidFill>
          <a:ln>
            <a:solidFill>
              <a:srgbClr val="EDAE2F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BAB 10 · TATA BAHASA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73736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 &amp; Posisi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612648" y="26060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あります・います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612648" y="3383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 kucing di bawah meja? Yuk belajar bilang "ada" dan posisi benda.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1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Arimasu / Imasu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E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が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あります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E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が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います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あります untuk benda mati &amp; tumbuhan. います untuk makhluk hidup yang bisa bergerak (orang,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hewan).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にわにいぬがいます。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niwa ni inu ga imasu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 anjing di halaman.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  ·  Bab 10 · Ada &amp; Posisi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2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[Tempat] ni KB ga arimasu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 ... ada ...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tempat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E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に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</a:t>
            </a:r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E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が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あります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に menunjukkan LOKASI keberadaan: [tempat] に [benda] が あります/います.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へやにつくえがあります。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heya ni tsukue ga arimasu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 kamar ada meja.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  ·  Bab 10 · Ada &amp; Posisi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3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 wa [tempat] ni arimasu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ada di mana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E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は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</a:t>
            </a:r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tempat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E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に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あります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Kalau bendanya sudah jadi TOPIK (sudah dikenal), pakai pola ini untuk bilang X ada di mana.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トイレはあそこにあります。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toire wa asoko ni arimasu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Toiletnya ada di sana.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  ·  Bab 10 · Ada &amp; Posisi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4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 no [posisi]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atas, bawah, dalam...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E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の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</a:t>
            </a:r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posisi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Kata posisi (うえ atas, した bawah, なか dalam, となり sebelah, まえ depan, うしろ belakang)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disambung dengan の.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つくえのうえにほんがあります。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tsukue no ue ni hon ga arimasu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 atas meja ada buku.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  ·  Bab 10 · Ada &amp; Posisi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5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 ya KB (nado)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 lain-lain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</a:t>
            </a:r>
            <a:pPr algn="ctr" indent="0" marL="0">
              <a:buNone/>
            </a:pPr>
            <a:r>
              <a:rPr lang="en-US" sz="2100" b="1" baseline="-40000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E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や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</a:t>
            </a:r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</a:t>
            </a:r>
            <a:pPr algn="ctr" indent="0" marL="0">
              <a:buNone/>
            </a:pPr>
            <a:r>
              <a:rPr lang="en-US" sz="2100" b="1" baseline="-40000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E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など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や = "dan (antara lain)", untuk menyebut beberapa contoh saja. Bisa ditutup など. Beda dengan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と yang menyebut SEMUA.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はこのなかにてがみやしゃしんがあります。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hako no naka ni tegami ya shashin ga arimasu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 dalam kotak ada surat, foto, dll.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  ·  Bab 10 · Ada &amp; Posisi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2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11896" y="82296"/>
            <a:ext cx="740664" cy="74980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14884"/>
            <a:ext cx="493776" cy="4809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12648" y="47548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DAE2F"/>
          </a:solidFill>
          <a:ln>
            <a:solidFill>
              <a:srgbClr val="EDAE2F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RANGKUMAN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612648" y="822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Bab 10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612648" y="1609344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40664" y="1755648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188720" y="1609344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あります・います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800600" y="1609344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4928616" y="1755648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5376672" y="1609344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 ... ada ...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に～が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12648" y="2331720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740664" y="2478024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1188720" y="2331720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ada di ...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は～に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800600" y="2331720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4928616" y="2478024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376672" y="2331720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Posisi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うえ・した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12648" y="3054096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740664" y="3200400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1188720" y="3054096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 lain-lain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や・など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2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11896" y="82296"/>
            <a:ext cx="740664" cy="74980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14884"/>
            <a:ext cx="493776" cy="4809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0" y="150876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またね！</a:t>
            </a:r>
            <a:endParaRPr lang="en-US" sz="6400" dirty="0"/>
          </a:p>
        </p:txBody>
      </p:sp>
      <p:sp>
        <p:nvSpPr>
          <p:cNvPr id="5" name="Text 2"/>
          <p:cNvSpPr txBox="1"/>
          <p:nvPr/>
        </p:nvSpPr>
        <p:spPr>
          <a:xfrm>
            <a:off x="0" y="2743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matane — sampai jumpa!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DA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Coba sebutkan benda apa saja yang ada di kamarmu!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Minna no Nihongo I - Bab 10 - Tata Bahasa</dc:title>
  <dc:subject>PptxGenJS Presentation</dc:subject>
  <dc:creator>PptxGenJS</dc:creator>
  <cp:lastModifiedBy>PptxGenJS</cp:lastModifiedBy>
  <cp:revision>1</cp:revision>
  <dcterms:created xsi:type="dcterms:W3CDTF">2026-09-27T20:20:47Z</dcterms:created>
  <dcterms:modified xsi:type="dcterms:W3CDTF">2026-09-27T20:20:47Z</dcterms:modified>
</cp:coreProperties>
</file>