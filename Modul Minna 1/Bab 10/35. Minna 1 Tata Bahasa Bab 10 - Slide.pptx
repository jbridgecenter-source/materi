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10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&amp; Posisi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あります・います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kucing di bawah meja? Yuk belajar bilang "ada" dan posisi benda.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Arimasu / 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あります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あります untuk benda mati &amp; tumbuhan. います untuk makhluk hidup yang bisa bergerak (orang,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hewan).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にわにいぬがいます。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niwa ni inu ga 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anjing di halaman.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10 · Ada &amp; Posisi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[Tempat] ni KB ga arimasu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... ada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あります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 menunjukkan LOKASI keberadaan: [tempat] に [benda] が あります/います.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へやにつくえがあります。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heya ni tsukue ga arimasu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kamar ada meja.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10 · Ada &amp; Posisi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wa [tempat] ni arimasu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ada di mana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あります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bendanya sudah jadi TOPIK (sudah dikenal), pakai pola ini untuk bilang X ada di mana.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トイレはあそこにあります。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toire wa asoko ni arimasu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Toiletnya ada di sana.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10 · Ada &amp; Posisi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no [posisi]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atas, bawah, dalam...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posisi (うえ atas, した bawah, なか dalam, となり sebelah, まえ depan, うしろ belakang)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disambung dengan の.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つくえのうえにほんがあります。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tsukue no ue ni hon ga arimasu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atas meja ada buku.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10 · Ada &amp; Posisi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ya KB (nado)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lain-lain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や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など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や = "dan (antara lain)", untuk menyebut beberapa contoh saja. Bisa ditutup など. Beda dengan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 yang menyebut SEMUA.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はこのなかにてがみやしゃしんがあります。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hako no naka ni tegami ya shashin ga arimasu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dalam kotak ada surat, foto, dll.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10 · Ada &amp; Posisi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10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あります・います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... ada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に～が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ada di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は～に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うえ・した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lain-lain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や・など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sebutkan benda apa saja yang ada di kamarmu!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10 - Tata Bahasa</dc:title>
  <dc:subject>PptxGenJS Presentation</dc:subject>
  <dc:creator>PptxGenJS</dc:creator>
  <cp:lastModifiedBy>PptxGenJS</cp:lastModifiedBy>
  <cp:revision>1</cp:revision>
  <dcterms:created xsi:type="dcterms:W3CDTF">2026-09-25T03:47:30Z</dcterms:created>
  <dcterms:modified xsi:type="dcterms:W3CDTF">2026-09-25T03:47:30Z</dcterms:modified>
</cp:coreProperties>
</file>