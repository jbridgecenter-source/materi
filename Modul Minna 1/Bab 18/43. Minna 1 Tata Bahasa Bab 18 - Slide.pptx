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18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Kamus &amp; Bisa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～ことが できます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main gitar? Hobinya apa? Yuk belajar bentuk kamus dan ことが できます.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bentuk kamus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dasar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kamus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bunyi sebelum ます → kolom う (かきます → かく). II: ます → る (たべる). III: する, くる.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かきます → かく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kakimasu → kaku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menulis (bentuk kamus)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18 · Bentuk Kamus &amp; Bisa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~koto ga dekimasu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"bisa": kata benda + が できます, atau kata kerja bentuk KAMUS + こと が できます.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カードではらうことができます。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kaado de harau koto ga dekimasu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bayar pakai kartu.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18 · Bentuk Kamus &amp; Bisa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Shumi wa ~koto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しゅみ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hobi berupa kegiatan: kata kerja bentuk KAMUS + こと です.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わたしのしゅみはおんがくをきくことです。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no shumi wa ongaku o kiku koto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Hobi saya mendengarkan musik.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18 · Bentuk Kamus &amp; Bisa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~mae ni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まえに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まえに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kerja bentuk KAMUS + まえに. Kata benda + の まえに. Jangka waktu langsung + まえに.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にほんへくるまえに、にほんごをべんきょうしました。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Nihon e kuru mae ni, nihongo o benkyou shimashita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ke Jepang, saya belajar bahasa Jepang.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18 · Bentuk Kamus &amp; Bisa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Nakanaka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mudah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なかなか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KKません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なかなか + bentuk NEGATIF = "tidak mudah / sulit ...".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なかなかブロモさんをみることができません。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nakanaka Buromo-san o miru koto ga dekimasen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Sulit sekali bisa melihat Gunung Bromo.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18 · Bentuk Kamus &amp; Bisa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Zehi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benar-benar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ぜひ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KKたいです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ぜひ dipakai bersama harapan atau permintaan: "benar-benar / sangat ingin".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ぜひロンボクへいきたいです。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zehi Ronbok e ikitai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benar-benar ingin ke Lombok.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18 · Bentuk Kamus &amp; Bisa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18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kamus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ことができます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ことです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まえに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mudah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なかなか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Benar-benar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ぜひ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hobimu pakai ~koto desu!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18 -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