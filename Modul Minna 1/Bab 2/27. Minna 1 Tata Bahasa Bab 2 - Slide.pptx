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2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Tunjuk Benda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これ・それ・あれ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pakai これ, それ, atau あれ? Yuk belajar menunjuk benda dan menanyakan milik siapa.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これ・それ・あれ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/ itu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あれ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  = ini (dekat pembicara),  それ  = itu (dekat lawan bicara),  あれ  = itu (jauh dari keduanya). Ketiganya bisa berdiri sendiri seperti kata benda.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それはじしょですか。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sore wa jisho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itu kamus?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 · Kata Tunjuk Benda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この・その・あの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kata benda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Berbeda dengan これ/それ/あれ,  この/その/あの  WAJIB ditempel di depan kata benda. Jadi  このほん  = buku ini.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このほんはわたしのです。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 hon wa watashi no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Buku ini punya saya.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 · Kata Tunjuk Benda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Jawaban Ya / Bukan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そうです・ちがいます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そうです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</a:t>
            </a:r>
            <a:pPr algn="ctr" indent="0" marL="0">
              <a:buNone/>
            </a:pPr>
            <a:r>
              <a:rPr lang="en-US" sz="2100" b="1" dirty="0">
                <a:solidFill>
                  <a:srgbClr val="0E9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ちがいます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menjawab "apakah ini X?". Kalau benar:  はい、そうです  (ya, betul). Kalau salah:  いいえ、ちがいます  (bukan).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それはじしょですか。 はい、そうです。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sore wa jisho desu ka. hai, sou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Apakah itu kamus? Ya, betul.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 · Kata Tunjuk Benda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Kalimat Pilihan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atau B?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、 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Sebut dua pilihan, masing-masing diakhiri  か . Jawabnya tidak pakai  はい/いいえ , tapi langsung sebut pilihan yang benar.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これは「9」ですか、「7」ですか。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 wa "9" desu ka, "7"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"9" atau "7"?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 · Kata Tunjuk Benda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Partikel  の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/ milik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  menyambung dua kata benda: KB1 bisa jenis/topik dari KB2 ( コンピューターのほん  = buku tentang komputer), atau pemiliknya ( わたしの  = punya saya).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これはコンピューターのほんです。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 wa konpyuutaa no hon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buku (tentang) komputer.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 · Kata Tunjuk Benda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  Pengganti Benda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KB kedua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bendanya sudah jelas dari obrolan, KB2 boleh dihilangkan — cukup  の  saja, biar tak perlu mengulang kata yang sama.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このかばんはあなたのですか。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 kaban wa anata no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 ini punya Anda?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 · Kata Tunjuk Benda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7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Awalan  お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awalan sopan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  ditempel di depan beberapa kata benda agar terdengar lebih sopan/halus.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Contoh:  なまえ → おなまえ ,  さけ → おさけ ,  みやげ → おみやげ 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おなまえは？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onamae wa?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Siapa nama (Anda)?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 · Kata Tunjuk Benda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8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そうですか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oh, begitu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そう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Ungkapan saat menerima info baru: "Oh, begitu." Nada TURUN di akhir — beda dengan  そうですか？  untuk bertanya (nada naik).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このかさはシティさんのです。 そうですか。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 kasa wa Siti-san no desu. sou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Payung ini punya Siti. Oh, begitu.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 · Kata Tunjuk Benda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2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517904"/>
            <a:ext cx="3730752" cy="566928"/>
          </a:xfrm>
          <a:prstGeom prst="roundRect">
            <a:avLst>
              <a:gd name="adj" fmla="val 9677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6413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51790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/ itu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これ・それ・あれ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517904"/>
            <a:ext cx="3730752" cy="566928"/>
          </a:xfrm>
          <a:prstGeom prst="roundRect">
            <a:avLst>
              <a:gd name="adj" fmla="val 9677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6413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51790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/ itu + KB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この・その・あの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194560"/>
            <a:ext cx="3730752" cy="566928"/>
          </a:xfrm>
          <a:prstGeom prst="roundRect">
            <a:avLst>
              <a:gd name="adj" fmla="val 9677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31800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1945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/ bukan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そうです・ちがいます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194560"/>
            <a:ext cx="3730752" cy="566928"/>
          </a:xfrm>
          <a:prstGeom prst="roundRect">
            <a:avLst>
              <a:gd name="adj" fmla="val 9677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31800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1945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atau B?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～か、～か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2871216"/>
            <a:ext cx="3730752" cy="566928"/>
          </a:xfrm>
          <a:prstGeom prst="roundRect">
            <a:avLst>
              <a:gd name="adj" fmla="val 9677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299466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87121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/ milik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の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2871216"/>
            <a:ext cx="3730752" cy="566928"/>
          </a:xfrm>
          <a:prstGeom prst="roundRect">
            <a:avLst>
              <a:gd name="adj" fmla="val 9677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299466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287121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Pengganti KB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の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2648" y="3547872"/>
            <a:ext cx="3730752" cy="566928"/>
          </a:xfrm>
          <a:prstGeom prst="roundRect">
            <a:avLst>
              <a:gd name="adj" fmla="val 9677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40664" y="3671316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354787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Awalan sopan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お～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00600" y="3547872"/>
            <a:ext cx="3730752" cy="566928"/>
          </a:xfrm>
          <a:prstGeom prst="roundRect">
            <a:avLst>
              <a:gd name="adj" fmla="val 9677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4928616" y="3671316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376672" y="354787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Oh, begitu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そうですか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tunjuk benda di sekitarmu pakai これ・それ・あれ!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2 - Tata Bahasa</dc:title>
  <dc:subject>PptxGenJS Presentation</dc:subject>
  <dc:creator>PptxGenJS</dc:creator>
  <cp:lastModifiedBy>PptxGenJS</cp:lastModifiedBy>
  <cp:revision>1</cp:revision>
  <dcterms:created xsi:type="dcterms:W3CDTF">2026-09-25T03:25:07Z</dcterms:created>
  <dcterms:modified xsi:type="dcterms:W3CDTF">2026-09-25T03:25:07Z</dcterms:modified>
</cp:coreProperties>
</file>