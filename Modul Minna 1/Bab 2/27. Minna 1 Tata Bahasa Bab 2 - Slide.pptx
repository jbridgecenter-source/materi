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Tunjuk Benda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これ・それ・あれ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"Ini", "itu", dan "itu" — kok beda-beda? Rahasianya ada di jarak.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 / Sore / Are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· itu · itu (jauh)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あれ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penunjuk benda:  これ  = ini (dekat aku),  それ  = itu (dekat kamu),  あれ  = itu (jauh dari kita). Ketiganya bisa berdiri sendiri seperti kata benda.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それはじしょですか。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sore wa jisho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itu kamus?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/ Sono / Ano +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ditempel ke benda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/ その / あの  WAJIB ditempel di depan kata benda.  この  = ini,  その  = itu (dekatmu),  あの  = itu (jauh). Jadi  この ほん  = buku ini.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このほんはわたしのです。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hon wa watashi no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Buku ini punya saya.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 desu / Chigaimasu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 ya / bukan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ちがいます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menjawab "apakah ini X?". Kalau benar:  はい、そうです . Kalau salah:  いいえ、ちがいます 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はい、そうです。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hai, sou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Ya, betul.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~ka, ~ka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A atau B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ですか、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nanya "A atau B?". Sebut dua pilihan, masing-masing diakhiri  か . Jawabnya langsung sebut yang benar, tanpa  はい / いいえ 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これは「9」ですか、「7」ですか。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 wa "9" desu ka, "7"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"9" atau "7"?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no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/ milik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  = lem penyambung dua benda. Bisa berarti jenis/topik ( コンピューターの ほん  = buku tentang komputer) atau pemilik ( わたしの  = punya saya).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これはコンピューターのほんです。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 wa konpyuutaa no hon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buku (tentang) komputer.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pengganti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hindari pengulangan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bendanya sudah jelas dari obrolan, kata benda di belakang boleh dihilangkan — cukup  の  saja.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このかばんはあなたのですか。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kaban wa anata no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 ini punya Anda?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7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O~ (awalan sopan)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halus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  ditempel di depan beberapa kata benda biar lebih sopan. Contoh:  なまえ → おなまえ ,  さけ → おさけ 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みやげ → おみやげ 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おなまえは？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onamae wa?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nama (Anda)?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8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begitu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Ungkapan saat dapat info baru: "Oh, begitu". Nada TURUN di akhir. (Kalau naik, jadi pertanyaan  そうですか ?)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begitu.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 · Kata Tunjuk Benda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Kore/sore/are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これ・それ・あれ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Kono/sono/ano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この・その・あの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 ya/bukan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そうです・ちがいます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A atau B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か、か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/ milik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Pengganti benda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0664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Awalan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800600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928616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376672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begitu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そうですか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tunjuk benda di sekitarmu pakai kore, sore, are!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2 - Tata Bahasa</dc:title>
  <dc:subject>PptxGenJS Presentation</dc:subject>
  <dc:creator>PptxGenJS</dc:creator>
  <cp:lastModifiedBy>PptxGenJS</cp:lastModifiedBy>
  <cp:revision>1</cp:revision>
  <dcterms:created xsi:type="dcterms:W3CDTF">2026-09-25T03:34:50Z</dcterms:created>
  <dcterms:modified xsi:type="dcterms:W3CDTF">2026-09-25T03:34:50Z</dcterms:modified>
</cp:coreProperties>
</file>