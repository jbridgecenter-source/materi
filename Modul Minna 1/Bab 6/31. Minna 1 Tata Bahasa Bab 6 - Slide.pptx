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6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Aktivitas Sehari-hari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を・で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 apa, minum apa, ngapain? Yuk kenalan sama partikel を dan cara mengajak teman.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o KK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penanda objek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 menandai OBJEK — benda yang dikenai aksi. Minum APA? ジュースを のみます.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ジュースをのみます。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juusu o nomimasu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Minum jus.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 o shimasu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 = melakukan. Tempelkan ke kegiatan: olahraga, permainan, atau acara. サッカーを します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main bola.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テニスをします。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tenisu o shimasu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Bermain tenis.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Nani o shimasu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ngapain?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します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bertanya "melakukan apa?": なに (apa) + を + しますか.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にちようびなにをしますか。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nichiyoubi nani o shimasu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 Minggu ngapain?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/ Nani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cara baca 何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なん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</a:t>
            </a:r>
            <a:pPr algn="ctr" indent="0" marL="0">
              <a:buNone/>
            </a:pPr>
            <a:r>
              <a:rPr lang="en-US" sz="2100" b="1" dirty="0">
                <a:solidFill>
                  <a:srgbClr val="13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なに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Huruf 何 punya dua bacaan. なん sebelum です atau bunyi d/t/n (なんですか). なに di luar itu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(なにを).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それはなんですか。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sore wa nan desu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Itu apa?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5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+ 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kegiatan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7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 menunjukkan TEMPAT kegiatan dilakukan. (Beda dengan で kendaraan di Bab 5, ya!)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えきでしんぶんをかいます。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 de shinbun o kaimasu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 koran di stasiun.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6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~masen ka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ajakan sopan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ませんか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Untuk mengajak dengan sopan: "maukah...?" / "bagaimana kalau...?"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いっしょにバンドンへいきませんか。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issho ni Bandon e ikimasen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Mau pergi ke Bandung bareng?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7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~mashou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ayo!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ましょう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"Ayo / mari kita...". Untuk mengajak, atau untuk menerima ajakan orang lain.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いっしょにひるごはんをたべましょう。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issho ni hirugohan o tabemashou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Ayo makan siang bareng.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~ka (oh, ...ya?)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paham info baru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EF4F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か juga dipakai saat menerima info baru lalu paham, mirip "oh, begitu ya?". Nadanya turun.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バンドンですか。いいですね。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Bandon desu ka. ii desu ne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ke Bandung ya? Asyik.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  ·  Bab 6 · Aktivitas Sehari-hari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6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Objek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Melakukan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を します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Ngapain?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なにを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00600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928616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376672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/ nani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なん・なに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740664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188720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Tempat kegiatan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で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00600" y="3054096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928616" y="3200400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76672" y="3054096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Ajakan sopan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ませんか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2648" y="3776472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40664" y="392277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88720" y="3776472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Ayo!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ましょう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800600" y="3776472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4928616" y="3922776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376672" y="3776472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Oh, ...ya?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ajak temanmu pakai ~masen ka!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 - Bab 6 - Tata Bahasa</dc:title>
  <dc:subject>PptxGenJS Presentation</dc:subject>
  <dc:creator>PptxGenJS</dc:creator>
  <cp:lastModifiedBy>PptxGenJS</cp:lastModifiedBy>
  <cp:revision>1</cp:revision>
  <dcterms:created xsi:type="dcterms:W3CDTF">2026-09-27T20:20:46Z</dcterms:created>
  <dcterms:modified xsi:type="dcterms:W3CDTF">2026-09-27T20:20:46Z</dcterms:modified>
</cp:coreProperties>
</file>