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&amp; Lokasi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ここ・そこ・あそこ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Toiletnya di mana, ya? Yuk belajar menunjuk tempat pakai ここ・そこ・あそこ.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 / Soko / Asoko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sini · di situ · di sana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あそこ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Penunjuk TEMPAT: ここ = di sini (dekat aku), そこ = di situ (dekat kamu), あそこ = di sana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(jauh dari kita). Versi sopannya: こちら / そちら / あちら.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トイレはあそこです。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toire wa asoko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Toiletnya di sana.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3 · Tempat &amp; Lokasi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wa [tempat]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ada di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untuk memberi tahu posisi benda, tempat, atau orang: "X ada di [tempat]."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アンディさんはじむしょです。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Andi-san wa jimusho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Sdr. Andi ada di kantor.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3 · Tempat &amp; Lokasi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Doko / Dochira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mana?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どちら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 = "di mana?". どちら lebih sopan, juga dipakai untuk menanyakan negara, perusahaan, atau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sekolah seseorang.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エレベーターはどこですか。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erebeetaa wa doko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Liftnya di mana?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3 · Tempat &amp; Lokasi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no KB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buatan / asal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 di sini menunjukkan ASAL atau BUATAN. にほんの くるま = mobil buatan Jepang. Untuk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bertanya: どこの ～ですか.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これはにほんのくるまです。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 wa Nihon no kuruma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mobil buatan Jepang.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3 · Tempat &amp; Lokasi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Keluarga Ko-So-A-Do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hafal satu, dapat semua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 = dekat aku, そ = dekat kamu, あ = jauh, ど = pertanyaan. Berlaku untuk benda (これ),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(ここ), dan arah/sopan (こちら).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ここはどこですか。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 wa doko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sini di mana?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3 · Tempat &amp; Lokasi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O~ (awalan sopan)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halus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 di depan kata benda biar lebih sopan. Contoh: くに → おくに, なまえ → おなまえ.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おくにはどちらですか。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okuni wa dochira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 dari negara mana?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3 · Tempat &amp; Lokasi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Koko/soko/asoko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ここ・そこ・あそこ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ada di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は～です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mana?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どこ・どちら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Buatan / asal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Ko-so-a-do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こ・そ・あ・ど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Awalan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お〜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tanya lokasi tempat di sekitarmu pakai doko desu ka!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3 - Tata Bahasa</dc:title>
  <dc:subject>PptxGenJS Presentation</dc:subject>
  <dc:creator>PptxGenJS</dc:creator>
  <cp:lastModifiedBy>PptxGenJS</cp:lastModifiedBy>
  <cp:revision>1</cp:revision>
  <dcterms:created xsi:type="dcterms:W3CDTF">2026-09-25T03:47:29Z</dcterms:created>
  <dcterms:modified xsi:type="dcterms:W3CDTF">2026-09-25T03:47:29Z</dcterms:modified>
</cp:coreProperties>
</file>