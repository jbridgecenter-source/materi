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4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&amp; Kata Kerja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 なんじですか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 jam berapa? Yuk belajar menyebut jam dan cerita kegiatan harianmu.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~ji ~fun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menyebut jam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angka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じ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angka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ふん／ぷん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Sebut jam: angka + じ (jam) + angka + ふん/ぷん (menit). Untuk bertanya jam: いま なんじですか.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いま7じ10ぷんです。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 shichi-ji juppun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Sekarang pukul 7 lewat 10 menit.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4 · Waktu &amp; Kata Kerja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~masu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kerja sopan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ません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ました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ませんでした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Cukup ganti ekornya! ます = sekarang/akan, ません = tidak, ました = sudah (lampau),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ませんでした = tidak (lampau).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きのうべんきょうしました。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kinou benkyou shimashita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Kemarin (sudah) belajar.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4 · Waktu &amp; Kata Kerja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+ ni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pada jam / hari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yang spesifik (jam, tanggal, hari) ditempeli に. Tapi きょう, あした, まいにち TIDAK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に, ya!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6じにおきます。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rokuji ni okimasu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Bangun pukul 6.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4 · Waktu &amp; Kata Kerja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 ~ Made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~ sampai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まで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から = dari, まで = sampai. Untuk batas waktu atau tempat. Boleh juga dipakai sendiri-sendiri.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9じから5じまではたらきます。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kuji kara goji made hatarakimasu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Bekerja dari pukul 9 sampai 5.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4 · Waktu &amp; Kata Kerja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to KB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 = "dan", untuk menyambung dua KATA BENDA saja (bukan kalimat).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やすみはどようびとにちようびです。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yasumi wa doyoubi to nichiyoubi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Liburnya hari Sabtu dan Minggu.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4 · Waktu &amp; Kata Kerja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~ne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...ya / ...kan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ね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ね di akhir kalimat untuk minta persetujuan atau mempertegas, mirip "...ya" atau "...kan?".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たいへんですね。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taihen desu ne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Wah, berat ya.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4 · Waktu &amp; Kata Kerja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4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Menyebut jam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～じ～ふん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-masu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ます・ました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Waktu + ni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~ sampai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から・まで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(KB)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...ya / ...kan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ね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jadwal harianmu dari pagi sampai malam!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4 - Tata Bahasa</dc:title>
  <dc:subject>PptxGenJS Presentation</dc:subject>
  <dc:creator>PptxGenJS</dc:creator>
  <cp:lastModifiedBy>PptxGenJS</cp:lastModifiedBy>
  <cp:revision>1</cp:revision>
  <dcterms:created xsi:type="dcterms:W3CDTF">2026-09-27T20:20:46Z</dcterms:created>
  <dcterms:modified xsi:type="dcterms:W3CDTF">2026-09-27T20:20:46Z</dcterms:modified>
</cp:coreProperties>
</file>