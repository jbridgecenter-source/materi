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23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Ketika &amp; Jika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～とき・～と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Ketika…, kalau… — yuk belajar menyatakan waktu dan akibat yang pasti terjadi.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~toki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ketika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とき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とき = "ketika". Sebelum とき pakai bentuk biasa (KS-な → な, KB → の).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ほんをかりるとき、カードがいります。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 o kariru toki, kaado ga irimasu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Ketika meminjam buku, perlu kartu.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23 · Ketika &amp; Jika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Kamus toki / Ta toki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/ sesudah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(kamus)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とき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KKた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とき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KAMUS + とき = sebelum aksi pokok terjadi. Bentuk た + とき = setelah aksi itu selesai.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パリへいくとき、かばんをかいました。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Pari e iku toki, kaban o kaimashita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 mau ke Paris, saya beli tas.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23 · Ketika &amp; Jika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~to, ~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... pasti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(kamus)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 = "kalau ... maka otomatis ...". Untuk hasil yang PASTI (tekan tombol → keluar).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このボタンをおすと、おつりがでます。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kono botan o osu to, otsuri ga demasu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tombol ini ditekan, kembaliannya keluar.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23 · Ketika &amp; Jika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ga KS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terasa oleh indra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hal yang ditangkap indra (suara, rasa, warna), subjeknya pakai が.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おとがちいさいです。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 ga chiisai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Suaranya kecil.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23 · Ketika &amp; Jika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[Tempat] o KK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melewati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 juga menandai tempat yang DILEWATI: あるきます (jalan di), わたります (menyeberang),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まがります (belok).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こうさてんをみぎへまがります。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kousaten o migi e magarimasu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Belok kanan di perempatan.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23 · Ketika &amp; Jika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23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Ketika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とき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/ sesudah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る／た とき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Kalau ... pasti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と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Terasa indra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が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Melewati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を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apa yang kamu lakukan ketika libur!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23 - Tata Bahasa</dc:title>
  <dc:subject>PptxGenJS Presentation</dc:subject>
  <dc:creator>PptxGenJS</dc:creator>
  <cp:lastModifiedBy>PptxGenJS</cp:lastModifiedBy>
  <cp:revision>1</cp:revision>
  <dcterms:created xsi:type="dcterms:W3CDTF">2026-09-25T03:47:30Z</dcterms:created>
  <dcterms:modified xsi:type="dcterms:W3CDTF">2026-09-25T03:47:30Z</dcterms:modified>
</cp:coreProperties>
</file>