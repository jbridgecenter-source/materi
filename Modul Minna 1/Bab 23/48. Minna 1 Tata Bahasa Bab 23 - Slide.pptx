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23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 &amp; Jika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～とき・～と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Ketika…, kalau… — yuk belajar menyatakan waktu dan akibat yang pasti terjadi.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~toki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とき = "ketika". Sebelum とき pakai bentuk biasa (KS-な → な, KB → の).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ほんをかりるとき、カードがいります。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 o kariru toki, kaado ga irimasu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 meminjam buku, perlu kartu.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23 · Ketika &amp; Jika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Kamus toki / Ta toki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/ sesudah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とき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KAMUS + とき = sebelum aksi pokok terjadi. Bentuk た + とき = setelah aksi itu selesai.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メダンへいくとき、かばんをかいました。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Medan e iku toki, kaban o kaimashita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mau ke Medan, saya beli tas.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23 · Ketika &amp; Jika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... pasti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 = "kalau ... maka otomatis ...". Untuk hasil yang PASTI (tekan tombol → keluar).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このボタンをおすと、おつりがでます。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botan o osu to, otsuri ga demasu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tombol ini ditekan, kembaliannya keluar.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23 · Ketika &amp; Jika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ga KS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terasa oleh indra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hal yang ditangkap indra (suara, rasa, warna), subjeknya pakai が.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おとがちいさいです。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 ga chiisai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Suaranya kecil.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23 · Ketika &amp; Jika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[Tempat] o KK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melewati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 juga menandai tempat yang DILEWATI: あるきます (jalan di), わたります (menyeberang),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まがります (belok).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こうさてんをみぎへまがります。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kousaten o migi e magarimasu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Belok kanan di perempatan.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23 · Ketika &amp; Jika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23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とき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/ sesudah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る／た とき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... pasti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Terasa indra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が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Melewati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apa yang kamu lakukan ketika libur!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23 -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