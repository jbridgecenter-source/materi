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BAB 25 · TATA BAHASA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73736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Pengandaian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612648" y="2606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～たら・～ても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12648" y="3383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Kalau punya banyak uang, mau ngapain? Yuk belajar berandai-andai!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1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~tara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kalau / jika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～た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ら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、～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bentuk LAMPAU biasa (た) + ら. Kalimat berikutnya bisa berupa keinginan, ajakan, atau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permintaan.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おかねがあったら、りょこうします。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okane ga attara, ryokou shimasu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Kalau punya uang, saya jalan-jalan.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25 · Pengandaian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2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KK-tara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kalau sudah ...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KKたら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、～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～たら juga untuk "setelah X (pasti) terjadi, baru Y".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10じになったら、でかけましょう。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juuji ni nattara, dekakemashou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Kalau sudah jam 10, ayo berangkat.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25 · Pengandaian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3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~te mo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walaupun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KKて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も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、～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～ても = "walaupun". KK: bentuk て + も. KS-い → ～くても. KS-な/KB → でも.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あめがふっても、せんたくします。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ame ga futte mo, sentaku shimasu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Walaupun hujan, saya tetap mencuci.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25 · Pengandaian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4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Moshi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seandainya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もし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～たら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もし di awal kalimat untuk menegaskan pengandaian, dipakai bersama ～たら.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もしおかねがあったら、りょこうしたいです。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moshi okane ga attara, ryokou shitai desu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Seandainya punya uang, saya ingin jalan-jalan.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25 · Pengandaian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5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Subjek anak kalimat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pakai が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が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～たら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～とき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～から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Dalam anak kalimat (～から, ～とき, ～たら, ～ても), subjeknya pakai が, BUKAN は.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ともだちがこなかったら、どうしますか。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tomodachi ga konakattara, dou shimasu ka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Kalau teman tidak datang, bagaimana?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25 · Pengandaian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RANGKUMAN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612648" y="822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Bab 25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612648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40664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Kalau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～たら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800600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928616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376672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Kalau sudah ...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～たら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12648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40664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Walaupun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～ても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800600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4928616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376672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Seandainya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もし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12648" y="3054096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740664" y="3200400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3054096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Subjek anak kalimat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が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150876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またね！</a:t>
            </a:r>
            <a:endParaRPr lang="en-US" sz="6400" dirty="0"/>
          </a:p>
        </p:txBody>
      </p:sp>
      <p:sp>
        <p:nvSpPr>
          <p:cNvPr id="5" name="Text 2"/>
          <p:cNvSpPr txBox="1"/>
          <p:nvPr/>
        </p:nvSpPr>
        <p:spPr>
          <a:xfrm>
            <a:off x="0" y="2743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matane — sampai jumpa!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A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Coba ceritakan apa yang ingin kamu lakukan kalau punya waktu libur!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Minna no Nihongo I - Bab 25 - Tata Bahasa</dc:title>
  <dc:subject>PptxGenJS Presentation</dc:subject>
  <dc:creator>PptxGenJS</dc:creator>
  <cp:lastModifiedBy>PptxGenJS</cp:lastModifiedBy>
  <cp:revision>1</cp:revision>
  <dcterms:created xsi:type="dcterms:W3CDTF">2026-09-27T20:20:48Z</dcterms:created>
  <dcterms:modified xsi:type="dcterms:W3CDTF">2026-09-27T20:20:48Z</dcterms:modified>
</cp:coreProperties>
</file>