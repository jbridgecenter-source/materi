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25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Pengandaian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～たら・～ても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punya banyak uang, mau ngapain? Yuk belajar berandai-andai!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~tara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/ jika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～た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ら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bentuk LAMPAU biasa (た) + ら. Kalimat berikutnya bisa berupa keinginan, ajakan, atau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permintaan.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おかねがあったら、りょこうします。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okane ga attara, ryokou shimasu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punya uang, saya jalan-jalan.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25 · Pengandaian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KK-tara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sudah ...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KKたら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～たら juga untuk "setelah X (pasti) terjadi, baru Y".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10じになったら、でかけましょう。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juuji ni nattara, dekakemashou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sudah jam 10, ayo berangkat.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25 · Pengandaian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mo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walaupun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KKて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、～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～ても = "walaupun". KK: bentuk て + も. KS-い → ～くても. KS-な/KB → でも.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あめがふっても、せんたくします。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 ga futte mo, sentaku shimasu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Walaupun hujan, saya tetap mencuci.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25 · Pengandaian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Moshi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seandainya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もし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～たら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もし di awal kalimat untuk menegaskan pengandaian, dipakai bersama ～たら.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もしおかねがあったら、りょこうしたいです。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moshi okane ga attara, ryokou shitai desu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Seandainya punya uang, saya ingin jalan-jalan.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25 · Pengandaian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Subjek anak kalimat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pakai が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～たら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～とき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～から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Dalam anak kalimat (～から, ～とき, ～たら, ～ても), subjeknya pakai が, BUKAN は.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ともだちがこなかったら、どうしますか。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tomodachi ga konakattara, dou shimasu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teman tidak datang, bagaimana?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25 · Pengandaian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25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～たら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Kalau sudah ...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～たら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Walaupun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～ても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Seandainya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もし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Subjek anak kalimat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が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apa yang ingin kamu lakukan kalau punya waktu libur!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25 - Tata Bahasa</dc:title>
  <dc:subject>PptxGenJS Presentation</dc:subject>
  <dc:creator>PptxGenJS</dc:creator>
  <cp:lastModifiedBy>PptxGenJS</cp:lastModifiedBy>
  <cp:revision>1</cp:revision>
  <dcterms:created xsi:type="dcterms:W3CDTF">2026-09-25T03:47:30Z</dcterms:created>
  <dcterms:modified xsi:type="dcterms:W3CDTF">2026-09-25T03:47:30Z</dcterms:modified>
</cp:coreProperties>
</file>