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5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&amp; Datang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いきます・きます・かえります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ke mana, naik apa, sama siapa? Semuanya bisa dijawab di bab ini!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ke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 (dibaca "e"!) menunjukkan arah tujuan. いきます = pergi, きます = datang, かえります =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pulang.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バンドンへいきます。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Bandon e ikimasu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ke Bandung.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 e mo ~masen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ke mana-mana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tanya + も + kata kerja NEGATIF = "sama sekali tidak". どこへも いきません = tidak ke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mana-mana.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どこへもいきません。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 e mo ikimasen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pergi ke mana-mana.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Kendaraan +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naik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kendaraan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 menunjukkan cara/alat. Naik kendaraan pakai で. Tapi jalan kaki cukup あるいて (tanpa で).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でんしゃでいきます。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densha de ikimasu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naik kereta.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 + to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 di sini artinya "bersama". Kalau sendirian, pakai ひとりで (tanpa と).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かぞくとにほんへきました。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kazoku to Nihon e kimashita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Datang ke Jepang bersama keluarga.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 = "kapan?". Beda dengan keterangan waktu lain, いつ TIDAK pakai に.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いつにほんへきましたか。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itsu Nihon e kimashita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 datang ke Jepang?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~yo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...lho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 di akhir kalimat untuk memberi info baru yang mungkin belum diketahui lawan bicara, mirip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"...lho".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このでんしゃはボゴールへいきますよ。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densha wa Bogooru e ikimasu yo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Kereta ini ke Bogor, lho.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7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 desu ne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iya, betul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そうですね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setuju atau sependapat: "iya, ya" / "betul juga". Beda dengan そうですか yang untuk info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そうですね。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Iya, betul.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5 · Pergi &amp; Datang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5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ke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へ いきます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ke mana-mana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どこへも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Naik kendaraan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orang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いつ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...lho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0664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Iya, betul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そうですね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kamu pergi ke mana, naik apa, dan sama siapa!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5 - Tata Bahasa</dc:title>
  <dc:subject>PptxGenJS Presentation</dc:subject>
  <dc:creator>PptxGenJS</dc:creator>
  <cp:lastModifiedBy>PptxGenJS</cp:lastModifiedBy>
  <cp:revision>1</cp:revision>
  <dcterms:created xsi:type="dcterms:W3CDTF">2026-09-27T20:20:46Z</dcterms:created>
  <dcterms:modified xsi:type="dcterms:W3CDTF">2026-09-27T20:20:46Z</dcterms:modified>
</cp:coreProperties>
</file>