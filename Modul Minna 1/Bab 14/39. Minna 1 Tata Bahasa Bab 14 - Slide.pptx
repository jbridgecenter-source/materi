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14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-te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 ください・～て います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-te itu kunci ajaib! Yuk belajar minta tolong dan bilang "sedang".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kata kerja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II · III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I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II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III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III: きます &amp; します. Kelompok II: kebanyakan ～えます (たべます) + beberapa ～います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(みます). Sisanya Kelompok 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かきます(I)・たべます(II)・します(III)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kakimasu (I) · tabemasu (II) · shimasu (III)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 · makan · melakukan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-te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ajaib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い/ち/り → って, み/び/に → んで, き → いて, ぎ → いで, し → して (いきます →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いって). II: ます → て. III: きて, して.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かきます → かいて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kakimasu → kaite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 (bentuk -te)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kudasai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ください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minta tolong dengan sopan: bentuk て + ください.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なまえをかいてください。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namae o kaite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tulis nama.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sedang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kegiatan yang SEDANG berlangsung: bentuk て + います.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アンディさんはいまでんわをかけています。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wa ima denwa o kakete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 sedang menelepon.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~mashou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saya bantu?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ましょうか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menawarkan bantuan: "mau saya ...kan?"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にもつをもちましょうか。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nimotsu o mochimashou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saya bawakan barangnya?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ga KK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kejadian alam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kejadian alam yang kita lihat atau rasakan (hujan turun, dll), subjeknya pakai 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あめがふっています。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 ga futte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Sedang hujan.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Sumimasen ga,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permisi,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すみません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Pembuka permintaan yang sopan. が di sini hanya kata pembuka, BUKAN "tetapi".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すみませんが、しおをとってください。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sumimasen ga, shio o totte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Maaf, tolong ambilkan garam.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14 · Bentuk -te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14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KK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I・II・III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-te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～てください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Sedang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～ています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Tawarkan bantuan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ましょうか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Kejadian alam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" y="3776472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0664" y="392277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776472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Permisi,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すみませんが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minta tolong temanmu pakai ~te kudasai!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14 -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