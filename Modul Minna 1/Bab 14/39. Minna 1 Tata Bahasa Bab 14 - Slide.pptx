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14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-te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～て ください・～て います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-te itu kunci ajaib! Yuk belajar minta tolong dan bilang "sedang".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Kelompok kata kerja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II · III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Kelompok I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Kelompok II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Kelompok III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Kelompok III: きます &amp; します. Kelompok II: kebanyakan ～えます (たべます) + beberapa ～います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(みます). Sisanya Kelompok 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かきます(I)・たべます(II)・します(III)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kakimasu (I) · tabemasu (II) · shimasu (III)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menulis · makan · melakukan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14 · Bentuk -te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Membuat bentuk -te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aturan ajaib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I: い/ち/り → って, み/び/に → んで, き → いて, ぎ → いで, し → して (いきます →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いって). II: ます → て. III: きて, して.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かきます → かいて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kakimasu → kaite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menulis (bentuk -te)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14 · Bentuk -te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kudasai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tolong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ください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minta tolong dengan sopan: bentuk て + ください.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なまえをかいてください。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namae o kaite kudasai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Tolong tulis nama.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14 · Bentuk -te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sedang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kegiatan yang SEDANG berlangsung: bentuk て + います.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アンディさんはいまでんわをかけています。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Andi-san wa ima denwa o kakete 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Sdr. Andi sedang menelepon.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14 · Bentuk -te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~mashou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mau saya bantu?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ましょうか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menawarkan bantuan: "mau saya ...kan?"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にもつをもちましょうか。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nimotsu o mochimashou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Mau saya bawakan barangnya?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14 · Bentuk -te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ga KK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kejadian alam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kejadian alam yang kita lihat atau rasakan (hujan turun, dll), subjeknya pakai が.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あめがふっています。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 ga futte 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Sedang hujan.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14 · Bentuk -te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7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Sumimasen ga, ~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permisi,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すみません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Pembuka permintaan yang sopan. が di sini hanya kata pembuka, BUKAN "tetapi".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すみませんが、しおをとってください。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sumimasen ga, shio o totte kudasai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Maaf, tolong ambilkan garam.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14 · Bentuk -te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14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Kelompok KK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I・II・III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-te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～て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Tolong ...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～てください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Sedang ...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～ています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Tawarkan bantuan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ましょうか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Kejadian alam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が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12648" y="3776472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40664" y="3922776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3776472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Permisi, ...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すみませんが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minta tolong temanmu pakai ~te kudasai!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14 - Tata Bahasa</dc:title>
  <dc:subject>PptxGenJS Presentation</dc:subject>
  <dc:creator>PptxGenJS</dc:creator>
  <cp:lastModifiedBy>PptxGenJS</cp:lastModifiedBy>
  <cp:revision>1</cp:revision>
  <dcterms:created xsi:type="dcterms:W3CDTF">2026-09-25T03:47:30Z</dcterms:created>
  <dcterms:modified xsi:type="dcterms:W3CDTF">2026-09-25T03:47:30Z</dcterms:modified>
</cp:coreProperties>
</file>