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16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Menyambung Kalimat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～て、～て・～てから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Bangun, mandi, lalu berangkat — yuk belajar menyambung beberapa kegiatan.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~te, ~te, 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urutan kegiatan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Ubah kata kerja sebelum yang terakhir ke bentuk て. KS-い → ～くて, KS-な/KB → で. Waktu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ditentukan kata kerja TERAKHIR.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ジョギングをして、シャワーをあびて、かいしゃへいきます。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jogingu o shite, shawaa o abite, kaisha e ikimasu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Jogging, mandi, lalu pergi ke kantor.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16 · Menyambung Kalimat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kara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... baru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から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てから = "setelah ... baru ...". Menegaskan urutan: yang pertama selesai dulu.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ばんごはんをたべてから、べんきょうします。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bangohan o tabete kara, benkyou shimasu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makan malam, baru belajar.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16 · Menyambung Kalimat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wa KB ga KS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X-nya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sifat BAGIAN dari sesuatu. Topik besar pakai は, bagiannya pakai が.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おおさかはたべものがおいしいです。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Oosaka wa tabemono ga oishii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Osaka makanannya enak.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16 · Menyambung Kalimat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[Tempat] o demasu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keluar / turun dari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 juga menandai titik AWAL untuk でます (keluar) dan おります (turun).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7じにうちをでます。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shichi-ji ni uchi o demasu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Keluar rumah pukul 7.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16 · Menyambung Kalimat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Douyatte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caranya?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どうやって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menanyakan cara atau rute: "bagaimana caranya pergi ke ...?"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だいがくまでどうやっていきますか。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daigaku made douyatte ikimasu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caranya pergi ke kampus?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16 · Menyambung Kalimat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Dore / Dono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mana (3+)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どの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どれ = "yang mana" (dari 3 pilihan atau lebih), berdiri sendiri. どの harus diikuti kata benda.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ブディさんのかさはどれですか。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Budi-san no kasa wa dore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Payung Sdr. Budi yang mana?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16 · Menyambung Kalimat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16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Urutan kegiatan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～て、～て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... baru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～てから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X-nya ...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は～が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Keluar dari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を でます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Caranya?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どうやって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mana?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どれ・どの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rutinitas pagimu pakai bentuk -te!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16 - Tata Bahasa</dc:title>
  <dc:subject>PptxGenJS Presentation</dc:subject>
  <dc:creator>PptxGenJS</dc:creator>
  <cp:lastModifiedBy>PptxGenJS</cp:lastModifiedBy>
  <cp:revision>1</cp:revision>
  <dcterms:created xsi:type="dcterms:W3CDTF">2026-09-25T03:47:30Z</dcterms:created>
  <dcterms:modified xsi:type="dcterms:W3CDTF">2026-09-25T03:47:30Z</dcterms:modified>
</cp:coreProperties>
</file>