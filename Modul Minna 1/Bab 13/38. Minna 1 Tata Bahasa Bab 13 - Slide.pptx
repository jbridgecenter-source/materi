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13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Keinginan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ほしい・～たい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Mau punya apa? Mau ngapain? Yuk belajar ngomongin keinginan.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~ga hoshii desu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ingin punya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ほしい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ほしい = ingin (punya) sesuatu. Bendanya pakai が. Negatifnya: ほしくないです.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わたしはくるまがほしいです。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watashi wa kuruma ga hoshii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Saya ingin punya mobil.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13 · Keinginan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~tai desu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ingin melakukan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たいです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Ambil bentuk ます, buang ます, tambah たいです: のみます → のみたいです. Negatif: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～たくないです. Hanya untuk keinginan sendiri.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わたしはおきなわへいきたいです。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watashi wa Okinawa e ikitai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Saya ingin pergi ke Okinawa.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13 · Keinginan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~ni ikimasu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pergi untuk ...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tempat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へ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いきます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Menyatakan TUJUAN pergi: kata kerja (buang ます) + に + いきます/きます. Kegiatan (KB)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langsung + に.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マランへえいがをみにいきます。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Maran e eiga o mi ni ikimasu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Pergi ke Malang untuk nonton film.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13 · Keinginan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Dokoka / Nanika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suatu tempat / sesuatu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どこか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13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なにか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どこか = (ke) suatu tempat, なにか = sesuatu. Partikel へ atau を sering dihilangkan.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なつやすみはどこかいきましたか。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natsuyasumi wa dokoka ikimashita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Liburan musim panas pergi ke suatu tempat?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13 · Keinginan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Go~ (awalan sopan)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lebih halus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ご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Mirip お～, ご juga awalan sopan, biasanya untuk kata serapan Cina: ちゅうもん → ごちゅうもん.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ごちゅうもんは？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gochuumon wa?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Mau pesan apa?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13 · Keinginan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13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Ingin punya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ほしい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Ingin melakukan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～たい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Pergi untuk ...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～に いきます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Suatu tempat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どこか・なにか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40664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Awalan sopan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ご〜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sebutkan tiga hal yang ingin kamu lakukan tahun ini!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 - Bab 13 - Tata Bahasa</dc:title>
  <dc:subject>PptxGenJS Presentation</dc:subject>
  <dc:creator>PptxGenJS</dc:creator>
  <cp:lastModifiedBy>PptxGenJS</cp:lastModifiedBy>
  <cp:revision>1</cp:revision>
  <dcterms:created xsi:type="dcterms:W3CDTF">2026-09-27T20:20:47Z</dcterms:created>
  <dcterms:modified xsi:type="dcterms:W3CDTF">2026-09-27T20:20:47Z</dcterms:modified>
</cp:coreProperties>
</file>