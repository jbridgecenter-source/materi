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8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Sifat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おおきい・きれいな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Cantik, tinggi, enak, mahal — yuk belajar menggambarkan benda pakai kata sifat.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KS-i &amp; KS-na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jenis kata sifat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KSい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KSな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 2 jenis kata sifat: KS-い (おおきい, たかい) dan KS-な (きれい, しずか). Cara berubahnya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beda, jadi kenali dulu!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さくらはきれいです。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sakura wa kirei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Bunga sakura cantik.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8 · Kata Sifat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wa KS desu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sifat (positif)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"X itu [sifat]". KS-な langsung + です (tanpa な). KS-い: ～い + です.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ふじさんはたかいです。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Fujisan wa takai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Gunung Fuji tinggi.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8 · Kata Sifat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 negatif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...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KSな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じゃ ありません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KSくない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です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KS-な → じゃ ありません. KS-い → buang い, ganti ～くないです. Spesial: いい → よくないです.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このほんはおもしろくないです。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kono hon wa omoshirokunai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Buku ini tidak menarik.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8 · Kata Sifat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 + KB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sifat di depan benda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KSな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KSい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KS-な pakai な sebelum benda (しずかな へや). KS-い langsung menempel (たかい やま).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しずかなへやです。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shizuka na heya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Kamar yang tenang.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8 · Kata Sifat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~ga, ~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tetapi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～です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、～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 di tengah kalimat = "tetapi", untuk menyambung dua hal yang berlawanan.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にほんのたべものはおいしいですが、たかいです。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Nihon no tabemono wa oishii desu ga, takai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Makanan Jepang enak, tapi mahal.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8 · Kata Sifat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Totemo / Amari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sangat / kurang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とても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あまり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とても = sangat (kalimat positif). あまり = kurang/tidak begitu, WAJIB dengan bentuk negatif.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ペキンはとてもさむいです。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Pekin wa totemo samui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Beijing sangat dingin.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8 · Kata Sifat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7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 desu ka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gimana?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どう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ですか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menanyakan kesan atau pendapat: "gimana ...?"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にほんのせいかつはどうですか。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Nihon no seikatsu wa dou desu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kehidupan di Jepang?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8 · Kata Sifat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8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Donna + KB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seperti apa?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どんな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どんな untuk menanyakan sifat/jenis: "... yang seperti apa?". Selalu diikuti kata benda.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ならはどんなまちですか。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Nara wa donna machi desu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Nara kota yang seperti apa?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8 · Kata Sifat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8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jenis KS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い・な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Sifat positif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～です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Sifat negatif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～くない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 + benda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な／い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0664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Tetapi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が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00600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928616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376672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Sangat / kurang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とても・あまり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12648" y="3776472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40664" y="3922776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1188720" y="3776472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Gimana?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どう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800600" y="3776472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4928616" y="3922776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376672" y="3776472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Seperti apa?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どんな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gambarkan kotamu pakai kata sifat!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 - Bab 8 - Tata Bahasa</dc:title>
  <dc:subject>PptxGenJS Presentation</dc:subject>
  <dc:creator>PptxGenJS</dc:creator>
  <cp:lastModifiedBy>PptxGenJS</cp:lastModifiedBy>
  <cp:revision>1</cp:revision>
  <dcterms:created xsi:type="dcterms:W3CDTF">2026-09-25T03:47:29Z</dcterms:created>
  <dcterms:modified xsi:type="dcterms:W3CDTF">2026-09-25T03:47:29Z</dcterms:modified>
</cp:coreProperties>
</file>