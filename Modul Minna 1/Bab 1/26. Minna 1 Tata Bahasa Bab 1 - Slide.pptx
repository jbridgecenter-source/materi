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1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Perkenalan Diri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じこしょうかい・自己紹介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  ditulis 'ha' tapi dibaca 'wa'? Yuk pecahkan rahasianya, sambil belajar cara perkenalan diri.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Kalimat Positif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"A adalah B"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  ditulis "ha", tapi sebagai penanda topik DIBACA "wa" — menunjuk siapa/apa yang dibicarakan.  です  artinya "adalah" sekaligus bikin kalimat jadi sopan.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わたしはブディです。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watashi wa Budi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Saya (adalah) Budi.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 · Perkenalan Diri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Kalimat Negatif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"bukan"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 ありません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Cukup tukar  です  menjadi  じゃ ありません , artinya berubah dari "adalah" jadi "bukan". Untuk situasi resmi/tulisan, pakai bentuk formal  では ありません 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アンディさんはがくせいじゃ ありません。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Andi-san wa gakusei ja arimasen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Sdr. Andi bukan mahasiswa.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 · Perkenalan Diri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Kalimat Tanya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partikel  か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か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 perlu mengubah susunan kalimat. Cukup tempel  か  di ujung lalu naikkan nada di akhir. Jawabnya  はい  (iya) atau  いいえ  (tidak).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ブディさんはインドネシアじんですか。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Budi-san wa Indoneshia-jin desu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Apakah Sdr. Budi orang Indonesia?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 · Perkenalan Diri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Partikel  も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"juga"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も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も  artinya "juga", dipakai saat keterangan orang kedua SAMA PERSIS dengan yang pertama. Partikel  は  diganti  も  biar tak perlu mengulang.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ブディさんはかいしゃいんです。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Budi-san wa kaishain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Sdr. Budi pegawai perusahaan.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 · Perkenalan Diri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Partikel  の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kepunyaan / asal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baseline="-40000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  ibarat "lem" yang menyambung dua kata benda. KB1 menerangkan KB2 — bisa berarti milik, asal, atau bagian. Mirip "-nya" atau "dari".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ブディさんは JBridge Center のしゃいんです。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Budi-san wa JBridge Center no shain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Sdr. Budi pegawai (dari) JBridge Center.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 · Perkenalan Diri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Akhiran  さん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panggilan sopan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Nama Orang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さん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さん  ditempel di belakang nama orang (mirip Bapak/Ibu/Sdr.). JANGAN dipakai untuk diri sendiri. Untuk anak kecil, biasa pakai  〜ちゃん 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あの かたはブディさんです。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 kata wa Budi-san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Beliau (adalah) Sdr. Budi.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1 · Perkenalan Diri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1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17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Kalimat positif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です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17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Kalimat negatif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じゃ ありません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17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Kalimat tanya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か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17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 "juga"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も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17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Kepunyaan / asal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の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800600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928616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376672" y="3054096"/>
            <a:ext cx="3017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Panggilan sopan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さん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0" y="33832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perkenalkan dirimu sendiri dalam bahasa Jepang!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 - Bab 1 - Tata Bahasa</dc:title>
  <dc:subject>PptxGenJS Presentation</dc:subject>
  <dc:creator>PptxGenJS</dc:creator>
  <cp:lastModifiedBy>PptxGenJS</cp:lastModifiedBy>
  <cp:revision>1</cp:revision>
  <dcterms:created xsi:type="dcterms:W3CDTF">2026-09-25T03:14:57Z</dcterms:created>
  <dcterms:modified xsi:type="dcterms:W3CDTF">2026-09-25T03:14:57Z</dcterms:modified>
</cp:coreProperties>
</file>