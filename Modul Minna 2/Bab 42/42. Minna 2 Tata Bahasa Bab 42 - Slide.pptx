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42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&amp; Kegunaan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～ために・～のに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Menabung demi punya toko sendiri! Yuk belajar menyatakan tujuan dan kegunaan.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~tame ni, ~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/ demi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(kamus)／KB の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ために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、～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Menyatakan TUJUAN yang ingin dicapai. Kata kerja kehendak (もつ). Beda dengan ように yang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pakai kata kerja kemampuan (もてる).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けんこうのために、まいあさはしって います。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kenkou no tame ni, maiasa hashitte 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Demi kesehatan, saya berlari setiap pagi.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42 · Tujuan &amp; Kegunaan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~no ni tsukaimasu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kegunaan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(kamus)の／KB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つかいます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menyatakan KEGUNAAN suatu benda ("dipakai untuk ..."). Setelah kata kerja, ubah jadi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benda dengan の lalu tandai に.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このはさみははなをきるのにつかいます。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kono hasami wa hana o kiru no ni tsukaimasu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Gunting ini dipakai untuk memotong bunga.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42 · Tujuan &amp; Kegunaan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wa / mo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penekanan jumlah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(minimal)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も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(banyak)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+ は = batas MINIMAL ("setidaknya"). Jumlah + も = jumlahnya terasa BANYAK ("sampai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...!").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はんぶんはちょきんするつもりです。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hanbun wa chokin suru tsumori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Saya berniat menabung setidaknya separuh.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42 · Tujuan &amp; Kegunaan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~ni yotte + pasif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oleh (pencipta)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pencipta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</a:t>
            </a:r>
            <a:pPr algn="ctr" indent="0" marL="0">
              <a:buNone/>
            </a:pPr>
            <a:r>
              <a:rPr lang="en-US" sz="21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よって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 Pasif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kata kerja pasif yang menyatakan PENCIPTAAN/PENEMUAN, pelakunya ditandai に よって.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Sering di kalimat sejarah.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チキンラーメンはあんどうももふくに よってはつめいされました。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Chikin Raamen wa Andou Momofuku ni yotte hatsumei saremashita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Chicken Ramen ditemukan oleh Ando Momofuku.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42 · Tujuan &amp; Kegunaan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42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/ demi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ために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Kegunaan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のに つかいます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Penekanan jumlah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は・も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928616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76672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Oleh (pencipta)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によって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ceritakan tujuanmu belajar bahasa Jepang pakai ~tame ni!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II - Bab 42 - Tata Bahasa</dc:title>
  <dc:subject>PptxGenJS Presentation</dc:subject>
  <dc:creator>PptxGenJS</dc:creator>
  <cp:lastModifiedBy>PptxGenJS</cp:lastModifiedBy>
  <cp:revision>1</cp:revision>
  <dcterms:created xsi:type="dcterms:W3CDTF">2026-09-25T04:18:23Z</dcterms:created>
  <dcterms:modified xsi:type="dcterms:W3CDTF">2026-09-25T04:18:23Z</dcterms:modified>
</cp:coreProperties>
</file>