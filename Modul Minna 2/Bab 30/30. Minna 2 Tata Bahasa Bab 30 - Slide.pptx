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BAB 30 · TATA BAHASA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73736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Sengaja Dibuat &amp; Persiapan</a:t>
            </a:r>
            <a:endParaRPr lang="en-US" sz="3700" dirty="0"/>
          </a:p>
        </p:txBody>
      </p:sp>
      <p:sp>
        <p:nvSpPr>
          <p:cNvPr id="6" name="Text 3"/>
          <p:cNvSpPr txBox="1"/>
          <p:nvPr/>
        </p:nvSpPr>
        <p:spPr>
          <a:xfrm>
            <a:off x="612648" y="2606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～て あります・～て おきます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612648" y="33832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 sengaja ditulis di meja — yuk belajar bedanya sengaja dan sekadar terjadi.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1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~te arimasu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sengaja dibuat, bertahan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が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 transitif て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あります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Dipakai saat seseorang SENGAJA melakukan sesuatu lalu hasilnya dibiarkan tetap begitu, memakai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kata kerja transitif.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つくえのうえにメモがかいて あります。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tsukue no ue ni memo ga kaite arimasu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 atas meja (sudah) ditulis sebuah catatan.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30 · Sengaja Dibuat &amp; Persiapan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2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~te okimasu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persiapan / membiarkan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KKて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D49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おきます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Tiga makna: (1) menyiapkan lebih dulu, (2) mengembalikan ke tempat semula, (3) membiarkan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suatu keadaan. Santai: 〜ときます.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りょこうのまえに、きっぷをかって おきます。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ryokou no mae ni, kippu o katte okimasu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Sebelum bepergian, membeli karcis dulu.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30 · Sengaja Dibuat &amp; Persiapan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3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Mada + positif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masih ...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D49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まだ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KKて います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(positif)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まだ + negatif = "belum". まだ + bentuk POSITIF = "masih" — keadaan yang sampai sekarang masih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berlangsung.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まだあめがふって います。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mada ame ga futte imasu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Masih turun hujan.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30 · Sengaja Dibuat &amp; Persiapan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4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~toka ~toka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menyebut contoh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D49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とか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</a:t>
            </a:r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D49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とか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とか mirip や untuk menyebut beberapa CONTOH, tapi bisa ditempel juga di belakang contoh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terakhir. Terasa lebih santai.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テニスとかすいえいとか……。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tenisu toka suiei toka…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Tenis, renang, dan semacamnya…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30 · Sengaja Dibuat &amp; Persiapan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5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Partikel + mo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juga (selain が/を)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に／で／へ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も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Kalau も digabung dengan が/を, partikelnya dihapus. Untuk partikel lain (に、で、から、まで),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も ditempel di belakangnya.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ほかにもいろいろあります。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hoka ni mo iroiro arimasu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Selain ini masih ada macam-macam.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30 · Sengaja Dibuat &amp; Persiapan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RANGKUMAN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612648" y="822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Bab 30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612648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40664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88720" y="1609344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Sengaja dibuat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てあります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800600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928616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5376672" y="1609344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Persiapan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ておきます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12648" y="2331720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40664" y="2478024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2331720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Masih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まだ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800600" y="2331720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4928616" y="2478024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376672" y="2331720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とか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12648" y="3054096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740664" y="3200400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1188720" y="3054096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Partikel + も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にも・でも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0" y="150876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またね！</a:t>
            </a:r>
            <a:endParaRPr lang="en-US" sz="6400" dirty="0"/>
          </a:p>
        </p:txBody>
      </p:sp>
      <p:sp>
        <p:nvSpPr>
          <p:cNvPr id="5" name="Text 2"/>
          <p:cNvSpPr txBox="1"/>
          <p:nvPr/>
        </p:nvSpPr>
        <p:spPr>
          <a:xfrm>
            <a:off x="0" y="2743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matane — sampai jumpa!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DA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Coba ceritakan persiapan yang kamu lakukan sebelum bepergian!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Minna no Nihongo II - Bab 30 - Tata Bahasa</dc:title>
  <dc:subject>PptxGenJS Presentation</dc:subject>
  <dc:creator>PptxGenJS</dc:creator>
  <cp:lastModifiedBy>PptxGenJS</cp:lastModifiedBy>
  <cp:revision>1</cp:revision>
  <dcterms:created xsi:type="dcterms:W3CDTF">2026-09-27T20:20:48Z</dcterms:created>
  <dcterms:modified xsi:type="dcterms:W3CDTF">2026-09-27T20:20:48Z</dcterms:modified>
</cp:coreProperties>
</file>