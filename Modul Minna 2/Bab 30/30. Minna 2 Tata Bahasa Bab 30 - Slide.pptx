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30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Sengaja Dibuat &amp; Persiapan</a:t>
            </a:r>
            <a:endParaRPr lang="en-US" sz="37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 あります・～て おきます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sengaja ditulis di meja — yuk belajar bedanya sengaja dan sekadar terjadi.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sengaja dibuat, bertahan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transitif 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saat seseorang SENGAJA melakukan sesuatu lalu hasilnya dibiarkan tetap begitu, memakai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transitif.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つくえのうえにメモがかいて 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tsukue no ue ni memo ga kaite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atas meja (sudah) ditulis sebuah catatan.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30 · Sengaja Dibuat &amp; Persiapan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okimasu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/ membiarkan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makna: (1) menyiapkan lebih dulu, (2) mengembalikan ke tempat semula, (3) membiarkan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suatu keadaan. Santai: 〜ときます.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りょこうのまえに、きっぷをかって おきます。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ryokou no mae ni, kippu o katte okimasu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bepergian, membeli karcis dulu.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30 · Sengaja Dibuat &amp; Persiapan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 + positif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masih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 います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(positif)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 + negatif = "belum". まだ + bentuk POSITIF = "masih" — keadaan yang sampai sekarang masih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berlangsung.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まだあめがふって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 ame ga futte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Masih turun hujan.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30 · Sengaja Dibuat &amp; Persiapan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~toka ~toka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menyebut contoh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とか mirip や untuk menyebut beberapa CONTOH, tapi bisa ditempel juga di belakang contoh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terakhir. Terasa lebih santai.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テニスとかすいえいとか……。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tenisu toka suiei toka…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Tenis, renang, dan semacamnya…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30 · Sengaja Dibuat &amp; Persiapan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+ mo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 (selain が/を)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に／で／へ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も digabung dengan が/を, partikelnya dihapus. Untuk partikel lain (に、で、から、まで),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 ditempel di belakangnya.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ほかにもいろいろあります。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hoka ni mo iroiro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Selain ini masih ada macam-macam.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30 · Sengaja Dibuat &amp; Persiapan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Sengaja dibuat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てあります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ておきます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+ も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にも・でも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persiapan yang kamu lakukan sebelum bepergian!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30 -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