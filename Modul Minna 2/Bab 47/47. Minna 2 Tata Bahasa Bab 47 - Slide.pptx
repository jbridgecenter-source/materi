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47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Katanya &amp; Sepertinya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～そうです・～ようです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Katanya besok dingin, sepertinya ada kecelakaan — yuk beda-bedakan kabar dan kesimpulan.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~sou desu (kabar)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katanya / menurut ~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そうです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Menyampaikan KABAR dari orang lain apa adanya, tanpa pendapat tambahan. Sumber info: 〜に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よると ("menurut ...").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バリはとてもきれいだそうです。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Bari wa totemo kirei da sou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Katanya Bali sangat indah.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47 · Katanya &amp; Sepertinya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~you desu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sepertinya / rupanya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ようです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 pembicara berdasarkan yang ia amati sendiri, sering didahului どうも. Beda dengan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そうです (penampilan luar).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なにかじこのようですね。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nani ka jiko no you desu ne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Sepertinya ada kecelakaan.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47 · Katanya &amp; Sepertinya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Koe/Oto/Nioi/Aji ga shimasu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terindra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こえ／おと／におい／あじ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sesuatu yang ditangkap panca indra: suara/bunyi terdengar, bau tercium, rasa terasa.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にぎやかなこえがしますね。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nigiyaka na koe ga shimasu ne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Terdengar suara ramai, ya.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47 · Katanya &amp; Sepertinya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47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Katanya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そうです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Sepertinya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ようです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Terindra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がします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sampaikan kabar yang kamu dengar pakai ~sou desu!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47 - Tata Bahasa</dc:title>
  <dc:subject>PptxGenJS Presentation</dc:subject>
  <dc:creator>PptxGenJS</dc:creator>
  <cp:lastModifiedBy>PptxGenJS</cp:lastModifiedBy>
  <cp:revision>1</cp:revision>
  <dcterms:created xsi:type="dcterms:W3CDTF">2026-09-27T20:20:49Z</dcterms:created>
  <dcterms:modified xsi:type="dcterms:W3CDTF">2026-09-27T20:20:49Z</dcterms:modified>
</cp:coreProperties>
</file>