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36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Supaya &amp; Jadi Bisa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～ように・～ように なります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Berlatih tiap hari supaya bisa berenang cepat! Yuk belajar tujuan dan perubahan kemampuan.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~you ni, ~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supaya / agar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(kamus／ない)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ように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KK</a:t>
            </a:r>
            <a:pPr algn="ctr" indent="0" marL="0">
              <a:buNone/>
            </a:pPr>
            <a:r>
              <a:rPr lang="en-US" sz="2100" b="1" baseline="-40000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Menyatakan TUJUAN/harapan. Kata kerja sebelum ように bukan kehendak langsung, melainkan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kemampuan/keadaan (termasuk potensial).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はやくおよげるように、まいにちれんしゅうして います。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hayaku oyogeru you ni, mainichi renshuu shite 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Agar bisa berenang cepat, saya berlatih setiap hari.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36 · Supaya &amp; Jadi Bisa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~you ni narimasu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jadi bisa / berubah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(potensial)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ように</a:t>
            </a:r>
            <a:pPr algn="ctr" indent="0" marL="0">
              <a:buNone/>
            </a:pPr>
            <a:r>
              <a:rPr lang="en-US" sz="21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なります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Menyatakan PERUBAHAN keadaan: dari tidak bisa jadi bisa, atau munculnya kebiasaan baru.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Negatif: いいえ、まだ 〜ません.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やっとじてんしゃにのれるように なりました。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yatto jitensha ni noreru you ni narimashita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Akhirnya saya jadi bisa naik sepeda.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36 · Supaya &amp; Jadi Bisa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~you ni shimasu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berusaha / membiasakan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(kamus／ない)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ように</a:t>
            </a:r>
            <a:pPr algn="ctr" indent="0" marL="0">
              <a:buNone/>
            </a:pPr>
            <a:r>
              <a:rPr lang="en-US" sz="21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します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〜ように して います = berusaha sebagai kebiasaan. 〜ように して ください = meminta halus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supaya orang berusaha melakukan sesuatu.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まいにちやさいをたべるように して います。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mainichi yasai o taberu you ni shite 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Saya membiasakan makan sayur setiap hari.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36 · Supaya &amp; Jadi Bisa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 jadi keterangan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cepat, pandai...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KSい→く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KSな→に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Kalau kata sifat menerangkan kata kerja/sifat lain: Sifat-い → い jadi く; Sifat-な → tambah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はやくじょうずにおちゃがたてられるように なりたいです。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hayaku jouzu ni ocha ga taterareru you ni naritai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Saya ingin cepat jadi pandai membuat teh.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36 · Supaya &amp; Jadi Bisa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36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Supaya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ように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Jadi bisa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ようになります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Berusaha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ようにします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928616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76672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 jadi keterangan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く・に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ceritakan usaha yang kamu lakukan supaya bisa sesuatu!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II - Bab 36 - Tata Bahasa</dc:title>
  <dc:subject>PptxGenJS Presentation</dc:subject>
  <dc:creator>PptxGenJS</dc:creator>
  <cp:lastModifiedBy>PptxGenJS</cp:lastModifiedBy>
  <cp:revision>1</cp:revision>
  <dcterms:created xsi:type="dcterms:W3CDTF">2026-09-27T20:20:48Z</dcterms:created>
  <dcterms:modified xsi:type="dcterms:W3CDTF">2026-09-27T20:20:48Z</dcterms:modified>
</cp:coreProperties>
</file>