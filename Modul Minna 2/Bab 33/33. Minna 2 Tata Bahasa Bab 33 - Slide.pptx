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33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Perintah, Larangan &amp; Mengutip</a:t>
            </a:r>
            <a:endParaRPr lang="en-US" sz="33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命令形・禁止形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"Semangat!" "Dilarang masuk!" — yuk belajar bentuk perintah dan mengutip tulisan.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perintah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keras, jarang dipakai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KKます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perintah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I: -u → -e (かく→かけ). II: る→ろ (たべる→たべろ). III: する→しろ, くる→こい. Dipakai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situasi darurat, aba-aba, atau menyemangati.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がんばれ。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ganbare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Semangat!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33 · Perintah, Larangan &amp; Mengutip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larangan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jangan ...!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 Kamus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melarang keras, tempel な di belakang Kata Kerja Bentuk Kamus. Versi lebih halus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(guru/ortu): KK akar ます + なさい.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はいるな。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hairu na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Dilarang masuk!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33 · Perintah, Larangan &amp; Mengutip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~to kaite arimasu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tertulis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「…」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かいて</a:t>
            </a:r>
            <a:pPr algn="ctr" indent="0" marL="0">
              <a:buNone/>
            </a:pPr>
            <a:r>
              <a:rPr lang="en-US" sz="21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あります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menyebut apa yang TERTULIS di papan/tanda, atau menanyakan cara baca sebuah Kanji.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あそこに「とまれ」とかいて あります。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asoko ni "tomare" to kaite arimasu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sana tertulis "Berhenti".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33 · Perintah, Larangan &amp; Mengutip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wa Y to iu imi desu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berarti Y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という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意味です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untuk MENJELASKAN ARTI sesuatu. Untuk bertanya arti: どういう 意味ですか ("apa artinya?").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「立入禁止」ははいるなという意味です。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"tachiiri kinshi" wa hairu na to iu imi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"Tachiiri Kinshi" berarti dilarang masuk.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33 · Perintah, Larangan &amp; Mengutip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5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~to itte imashita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katanya ...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Biasa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</a:t>
            </a:r>
            <a:pPr algn="ctr" indent="0" marL="0">
              <a:buNone/>
            </a:pPr>
            <a:r>
              <a:rPr lang="en-US" sz="21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言って</a:t>
            </a:r>
            <a:pPr algn="ctr" indent="0" marL="0">
              <a:buNone/>
            </a:pPr>
            <a:r>
              <a:rPr lang="en-US" sz="21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いました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MENYAMPAIKAN ULANG perkataan orang ketiga ("katanya ..."), berbeda dengan と いいました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mengutip persis.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デウィさんはあしたやすむと いって いました。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Dewi-san wa ashita yasumu to itte imashita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Katanya Sdri. Dewi besok tidak masuk.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33 · Perintah, Larangan &amp; Mengutip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~to tsutaete itadakemasen ka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tolong sampaikan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Biasa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</a:t>
            </a:r>
            <a:pPr algn="ctr" indent="0" marL="0">
              <a:buNone/>
            </a:pPr>
            <a:r>
              <a:rPr lang="en-US" sz="21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伝えて</a:t>
            </a:r>
            <a:pPr algn="ctr" indent="0" marL="0">
              <a:buNone/>
            </a:pPr>
            <a:r>
              <a:rPr lang="en-US" sz="21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いただけませんか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sopan untuk MENITIP PESAN kepada orang lain ("tolong sampaikan bahwa ..."), isinya dibuat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Biasa dulu.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「あとで でんわ ください」とつたえて いただけませんか。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"ato de denwa kudasai" to tsutaete itadakemasen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Tolong sampaikan: "Minta ditelepon nanti."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33 · Perintah, Larangan &amp; Mengutip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33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perintah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命令形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Larangan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な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Tertulis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とかいてあります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Berarti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という意味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40664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Katanya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といっていました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00600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928616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376672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Tolong sampaikan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とつたえて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cari satu tanda tulisan dan jelaskan artinya pakai to iu imi desu!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II - Bab 33 - Tata Bahasa</dc:title>
  <dc:subject>PptxGenJS Presentation</dc:subject>
  <dc:creator>PptxGenJS</dc:creator>
  <cp:lastModifiedBy>PptxGenJS</cp:lastModifiedBy>
  <cp:revision>1</cp:revision>
  <dcterms:created xsi:type="dcterms:W3CDTF">2026-09-25T04:18:23Z</dcterms:created>
  <dcterms:modified xsi:type="dcterms:W3CDTF">2026-09-25T04:18:23Z</dcterms:modified>
</cp:coreProperties>
</file>