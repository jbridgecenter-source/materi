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37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Pasif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受身形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Dipuji guru, digigit anjing — yuk belajar bentuk pasif "di-...".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 bentuk pasif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di-...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KKます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pasif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I: -u → -a + れる (かく→かかれる). II: る→られる (ほめる→ほめられる). III: する→される,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くる→こられる. Berkonjugasi seperti Gol. II.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ほめます → ほめられます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homemasu → homeraremasu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memuji → dipuji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37 · Bentuk Pasif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 B ni + KK pasif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di-... oleh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Pasif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DIKENAI perbuatan (A) jadi topik dengan は, pelakunya (B) ditandai に. Pelaku bisa juga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 manusia.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わたしはせんせいにほめられました。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watashi wa sensei ni homeraremashita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 dipuji oleh guru.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37 · Bentuk Pasif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Pasif gangguan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dirugikan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Pasif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Dipakai saat barang milik A diapa-apakan B, dan A merasa DIRUGIKAN. Topiknya orangnya, bukan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barangnya. Berkesan negatif.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わたしはおとうとにパソコンをこわされました。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watashi wa otouto ni pasokon o kowasaremashita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saya dirusak oleh adik saya.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37 · Bentuk Pasif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Pasif tanpa fokus pelaku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diadakan, dibaca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が／は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Pasif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pelakunya tidak penting/umum, benda/peristiwa dijadikan topik dengan pasif. Cocok untuk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berita, fakta, sejarah.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スラバヤでてんらんかいがひらかれました。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Surabaya de tenrankai ga hirakaremashita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Surabaya diadakan pameran.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37 · Bentuk Pasif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~kara / de tsukuraremasu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terbuat dari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(bahan)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から／で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つくられます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から kalau bahan bakunya berubah bentuk hingga tak terlihat lagi; で kalau bahannya masih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kelihatan.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ビールはむぎからつくられます。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biiru wa mugi kara tsukuraremasu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terbuat dari gandum.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37 · Bentuk Pasif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Kono/Sono/Ano + posisi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letak relatif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あの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なか／うえ／した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この・その・あの bisa digabung dengan kata posisi untuk menunjuk letak relatif terhadap benda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dimaksud.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あのなかにはいれますか。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naka ni hairemasu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Apakah bisa masuk ke dalam (gedung) itu?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37 · Bentuk Pasif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37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pasif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～られる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Di-... oleh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に + pasif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Dirugikan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に～を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pelaku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が・は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Terbuat dari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から・で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928616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76672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Posisi relatif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あの なか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ceritakan pengalamanmu pakai bentuk pasif!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II - Bab 37 - Tata Bahasa</dc:title>
  <dc:subject>PptxGenJS Presentation</dc:subject>
  <dc:creator>PptxGenJS</dc:creator>
  <cp:lastModifiedBy>PptxGenJS</cp:lastModifiedBy>
  <cp:revision>1</cp:revision>
  <dcterms:created xsi:type="dcterms:W3CDTF">2026-09-27T20:20:48Z</dcterms:created>
  <dcterms:modified xsi:type="dcterms:W3CDTF">2026-09-27T20:20:48Z</dcterms:modified>
</cp:coreProperties>
</file>