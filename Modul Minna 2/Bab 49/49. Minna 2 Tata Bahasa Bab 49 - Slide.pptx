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49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 Hormat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尊敬語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Bapak guru sedang di ruang penelitian — yuk belajar bahasa hormat untuk orang lain.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~raremasu (sonkeigo)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hormat = pasif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Hormat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(=bentuk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pasif)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られます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Keigo untuk menghormati lawan bicara. Bentuk hormat termudah SAMA dengan bentuk pasif: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かきます→かかれます.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デウィさんは7じにこられます。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Dewi-san wa 7-ji ni koraremasu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Sdri. Dewi akan datang pukul 7.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49 · Bahasa Hormat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+ KK(masu) + ni narimasu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hormat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akarます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なります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hormat yang lebih halus daripada られます. Tidak dipakai untuk kata kerja bersuku satu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(みます、ねます).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しゃちょうはもうおかえりに なりました。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shachou wa mou okaeri ni narimashita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Direktur sudah pulang.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49 · Bahasa Hormat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kerja hormat khusus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irassharu, meshiagaru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いらっしゃる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めしあがる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なさる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Beberapa kata kerja punya bentuk hormat KHUSUS yang harus dihafal: いらっしゃいます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(=いる/いく/くる), めしあがります (=たべる/のむ).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どうぞめしあがって ください。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douzo meshiagatte kudasai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Silakan dimakan.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49 · Bahasa Hormat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O/Go + ~ kudasai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hormat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(KK)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(KB)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ください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 hormat dari て ください. KK Gol I/II: お + akar ます + ください; Gol III: ご + kata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benda + ください.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どうぞおはいり ください。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douzo ohairi kudasai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Silakan masuk.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49 · Bahasa Hormat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O/Go + KB/KS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awalan hormat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お／ご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KB／KS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Tambahkan お atau ご di depan kata benda/sifat untuk menghormati pemiliknya. お untuk kata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asli Jepang, ご untuk serapan Tionghoa.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お名前はなんですか。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onamae wa nan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Siapa nama Anda? (sopan)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49 · Bahasa Hormat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~mashite / ~masu node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penyopanan kalimat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akarます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まして／ますので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bicara lebih halus, bentuk て kadang diubah jadi まして, dan ので (sebab) versi sopannya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jadi ますので.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アンディさんがねつをだしまして、けさは げんきが なかったんです。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Andi-san ga netsu o dashimashite, kesa wa genki ga nakattan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Andi demam, sehingga pagi ini kurang sehat.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49 · Bahasa Hormat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49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Hormat = pasif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られます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hormat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おにになります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khusus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いらっしゃる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hormat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お～ください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Awalan hormat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お・ご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Penyopanan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まして・ますので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ubah satu kalimat jadi bahasa hormat pakai ~rare masu!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49 - Tata Bahasa</dc:title>
  <dc:subject>PptxGenJS Presentation</dc:subject>
  <dc:creator>PptxGenJS</dc:creator>
  <cp:lastModifiedBy>PptxGenJS</cp:lastModifiedBy>
  <cp:revision>1</cp:revision>
  <dcterms:created xsi:type="dcterms:W3CDTF">2026-09-27T20:20:49Z</dcterms:created>
  <dcterms:modified xsi:type="dcterms:W3CDTF">2026-09-27T20:20:49Z</dcterms:modified>
</cp:coreProperties>
</file>