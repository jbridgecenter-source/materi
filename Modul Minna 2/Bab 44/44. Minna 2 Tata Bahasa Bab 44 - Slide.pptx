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44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Terlalu, Mudah/Sulit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～すぎます・～やすい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Terlalu banyak minum semalam? Yuk belajar bilang "terlalu" dan "mudah/sulit".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~sugimasu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terlalu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akarます／KS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すぎます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tingkatan yang KELEWATAN, umumnya berkonotasi kurang baik. いい→よすぎる,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ない→なさすぎる.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このセーターはおおきすぎます。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seetaa wa ookisugimasu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Sweter ini terlalu besar.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44 · Terlalu, Mudah/Sulit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~yasui / ~nikui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mudah / sulit di-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やすいです／にくいです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やすい = mudah di-...; にくい = sulit di-... Hasilnya berkonjugasi seperti Kata Sifat-い.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このパソコンはつかいやすいです。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pasokon wa tsukaiyasui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ini mudah dipakai.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44 · Terlalu, Mudah/Sulit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ku/ni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mengubah keadaan benda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KSい→く／KSな→に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MENGUBAH suatu benda (objek): "membuat ... jadi (lebih) ...". Beda dengan なります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(berubah sendiri).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へやをきれいにします。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heya o kirei ni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Membersihkan kamar.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44 · Terlalu, Mudah/Sulit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ni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memutuskan / memilih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PILIHAN atau KEPUTUSAN ("memutuskan ...", "pilih ..."). Sering saat memesan atau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menentukan sesuatu.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へやはシングルに しますか、ツインに しますか。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heya wa shinguru ni shimasu ka, tsuin ni shimasu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Kamarnya mau pilih single atau twin?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44 · Terlalu, Mudah/Sulit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44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Terlalu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すぎます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Mudah / sulit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やすい・にくい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Mengubah benda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く・にします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Memutuskan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にします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sesuatu yang terlalu banyak/besar/kecil pakai ~sugimasu!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44 -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