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 34 · TATA BAHASA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Sesuai &amp; Setelah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12648" y="2606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～とおりに・～あとで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612648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Sesuai contoh, atau setelah selesai? Yuk pelajari urutan dan cara melakukan sesuatu.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1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~toori ni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sesuai dengan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KKた／KB の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とおりに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KK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とおりに artinya "sesuai/sama persis dengan". Setelah kata kerja pakai bentuk た; setelah kata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benda pakai の.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わたしがやったとおりに、やって ください。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watashi ga yatta toori ni, yatte kudasai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Silakan lakukan sama seperti yang saya buat.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34 · Sesuai &amp; Setelah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2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~ato de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setelah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KKた／KB の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pPr algn="ctr" indent="0" marL="0">
              <a:buNone/>
            </a:pPr>
            <a:r>
              <a:rPr lang="en-US" sz="2100" b="1" dirty="0">
                <a:solidFill>
                  <a:srgbClr val="D49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あとで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KK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Menyatakan urutan waktu: KK2 terjadi SETELAH KK1 selesai. Mirip てから, tapi lebih menekankan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urutan waktu saja.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しごとのあとで、のみにいきませんか。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shigoto no ato de, nomi ni ikimasen ka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Setelah kerja, mau pergi minum bareng?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34 · Sesuai &amp; Setelah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05740"/>
            <a:ext cx="502920" cy="49011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12648" y="425196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A2342"/>
          </a:solidFill>
          <a:ln>
            <a:solidFill>
              <a:srgbClr val="0A2342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612648" y="786384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~te / ~naide</a:t>
            </a:r>
            <a:pPr indent="0" marL="0">
              <a:buNone/>
            </a:pPr>
            <a:r>
              <a:rPr lang="en-US" sz="2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</a:t>
            </a:r>
            <a:pPr indent="0" marL="0">
              <a:buNone/>
            </a:pPr>
            <a:r>
              <a:rPr lang="en-US" sz="1300" b="1" i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dengan / tanpa melakukan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612648" y="1472184"/>
            <a:ext cx="790956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12648" y="1472184"/>
            <a:ext cx="79095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KK1て／KK1ないで</a:t>
            </a:r>
            <a:pPr algn="ctr" indent="0" marL="0">
              <a:buNone/>
            </a:pPr>
            <a:r>
              <a:rPr lang="en-US" sz="2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</a:t>
            </a:r>
            <a:pPr algn="ctr" indent="0" marL="0">
              <a:buNone/>
            </a:pPr>
            <a:r>
              <a:rPr lang="en-US" sz="2100" b="1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</a:t>
            </a:r>
            <a:pPr algn="ctr" indent="0" marL="0">
              <a:buNone/>
            </a:pPr>
            <a:r>
              <a:rPr lang="en-US" sz="2100" b="1" baseline="-40000" dirty="0">
                <a:solidFill>
                  <a:srgbClr val="2E91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420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Menyatakan cara/keadaan yang menyertai aksi utama. 〜て = sambil melakukan KK1; 〜ないで =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A3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tanpa melakukan KK1.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2648" y="3730752"/>
            <a:ext cx="7909560" cy="1060704"/>
          </a:xfrm>
          <a:prstGeom prst="roundRect">
            <a:avLst>
              <a:gd name="adj" fmla="val 6897"/>
            </a:avLst>
          </a:prstGeom>
          <a:solidFill>
            <a:srgbClr val="FCFAF2"/>
          </a:solidFill>
          <a:ln w="12700">
            <a:solidFill>
              <a:srgbClr val="FCFA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59536" y="38404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A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CONTOH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859536" y="400507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しょうゆをつけないでたべます。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59536" y="435254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2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shouyu o tsukenaide tabemasu</a:t>
            </a:r>
            <a:pPr indent="0" marL="0">
              <a:buNone/>
            </a:pPr>
            <a:r>
              <a:rPr lang="en-US" sz="950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→  </a:t>
            </a:r>
            <a:pPr indent="0" marL="0">
              <a:buNone/>
            </a:pPr>
            <a:r>
              <a:rPr lang="en-US" sz="1100" b="1" dirty="0">
                <a:solidFill>
                  <a:srgbClr val="1F8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Makan tanpa kecap asin.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12648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Minna no Nihongo II  ·  Bab 34 · Sesuai &amp; Setelah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" y="4754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DAE2F"/>
          </a:solidFill>
          <a:ln>
            <a:solidFill>
              <a:srgbClr val="EDAE2F"/>
            </a:solidFill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RANGKUMAN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612648" y="822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 Bab 34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612648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40664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Sesuai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とおりに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609344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28616" y="1755648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376672" y="1609344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Setelah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あとで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12648" y="2331720"/>
            <a:ext cx="3730752" cy="612648"/>
          </a:xfrm>
          <a:prstGeom prst="roundRect">
            <a:avLst>
              <a:gd name="adj" fmla="val 8955"/>
            </a:avLst>
          </a:prstGeom>
          <a:solidFill>
            <a:srgbClr val="133A6B"/>
          </a:solidFill>
          <a:ln w="12700">
            <a:solidFill>
              <a:srgbClr val="133A6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740664" y="2478024"/>
            <a:ext cx="320040" cy="320040"/>
          </a:xfrm>
          <a:prstGeom prst="ellipse">
            <a:avLst/>
          </a:prstGeom>
          <a:solidFill>
            <a:srgbClr val="EDAE2F"/>
          </a:solidFill>
          <a:ln>
            <a:solidFill>
              <a:srgbClr val="EDAE2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21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88720" y="2331720"/>
            <a:ext cx="30632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Dengan / tanpa</a:t>
            </a:r>
            <a:pPr indent="0" marL="0">
              <a:buNone/>
            </a:pPr>
            <a:r>
              <a:rPr lang="en-US" sz="1100" b="1" dirty="0">
                <a:solidFill>
                  <a:srgbClr val="F5C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て・ないで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21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11896" y="82296"/>
            <a:ext cx="740664" cy="749808"/>
          </a:xfrm>
          <a:prstGeom prst="roundRect">
            <a:avLst>
              <a:gd name="adj" fmla="val 98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user/materi/logo_jbridge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5340" y="214884"/>
            <a:ext cx="493776" cy="48097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15087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またね！</a:t>
            </a:r>
            <a:endParaRPr lang="en-US" sz="6400" dirty="0"/>
          </a:p>
        </p:txBody>
      </p:sp>
      <p:sp>
        <p:nvSpPr>
          <p:cNvPr id="5" name="Text 2"/>
          <p:cNvSpPr txBox="1"/>
          <p:nvPr/>
        </p:nvSpPr>
        <p:spPr>
          <a:xfrm>
            <a:off x="0" y="2743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matane — sampai jumpa!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A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 ceritakan kegiatanmu setelah pulang kerja/sekolah pakai ~ato de!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Minna no Nihongo II - Bab 34 - Tata Bahasa</dc:title>
  <dc:subject>PptxGenJS Presentation</dc:subject>
  <dc:creator>PptxGenJS</dc:creator>
  <cp:lastModifiedBy>PptxGenJS</cp:lastModifiedBy>
  <cp:revision>1</cp:revision>
  <dcterms:created xsi:type="dcterms:W3CDTF">2026-09-27T20:20:48Z</dcterms:created>
  <dcterms:modified xsi:type="dcterms:W3CDTF">2026-09-27T20:20:48Z</dcterms:modified>
</cp:coreProperties>
</file>