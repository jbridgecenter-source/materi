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34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Sesuai &amp; Setelah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～とおりに・～あとで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Sesuai contoh, atau setelah selesai? Yuk pelajari urutan dan cara melakukan sesuatu.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~toori ni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sesuai dengan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KKた／KB 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とおりに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とおりに artinya "sesuai/sama persis dengan". Setelah kata kerja pakai bentuk た; setelah kata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benda pakai の.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わたしがやったとおりに、やって ください。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watashi ga yatta toori ni, yatte kudasai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Silakan lakukan sama seperti yang saya buat.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34 · Sesuai &amp; Setelah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~ato de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KKた／KB 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あとで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urutan waktu: KK2 terjadi SETELAH KK1 selesai. Mirip てから, tapi lebih menekankan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urutan waktu saja.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しごとのあとで、のみにいきませんか。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shigoto no ato de, nomi ni ikimasen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 kerja, mau pergi minum bareng?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34 · Sesuai &amp; Setelah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/ ~naide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/ tanpa melakukan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KK1て／KK1ないで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cara/keadaan yang menyertai aksi utama. 〜て = sambil melakukan KK1; 〜ないで =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tanpa melakukan KK1.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しょうゆをつけないでたべます。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shouyu o tsukenaide tabemasu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Makan tanpa kecap asin.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34 · Sesuai &amp; Setelah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34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とおりに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あとで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/ tanpa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て・ないで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kegiatanmu setelah pulang kerja/sekolah pakai ~ato de!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34 - Tata Bahasa</dc:title>
  <dc:subject>PptxGenJS Presentation</dc:subject>
  <dc:creator>PptxGenJS</dc:creator>
  <cp:lastModifiedBy>PptxGenJS</cp:lastModifiedBy>
  <cp:revision>1</cp:revision>
  <dcterms:created xsi:type="dcterms:W3CDTF">2026-09-25T04:18:23Z</dcterms:created>
  <dcterms:modified xsi:type="dcterms:W3CDTF">2026-09-25T04:18:23Z</dcterms:modified>
</cp:coreProperties>
</file>