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43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Kelihatannya &amp; Pergi-Kembali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～そうです・～てきます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Kelihatannya mau hujan! Yuk belajar menduga dari penampilan dan urusan singkat.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~sou desu (penampilan)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kelihatannya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akarます／KS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Berdasarkan apa yang TERLIHAT. Kata kerja: pertanda akan segera terjadi. Kata sifat: menduga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penampilan. いい→よさそう, ない→なさそう.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このりょうりはからそうです。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kono ryouri wa karasou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Masakan ini kelihatannya pedas.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43 · Kelihatannya &amp; Pergi-Kembali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kimasu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pergi-lakukan-kembali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きます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Menyatakan: pergi ke suatu tempat → melakukan sesuatu → KEMBALI lagi. Cocok untuk urusan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singkat.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ちょっとたばこをかって 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chotto tabako o katte 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pergi beli rokok sebentar (lalu balik).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43 · Kelihatannya &amp; Pergi-Kembali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kuremasen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... (akrab)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くれませんか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halus dari 〜て ください, tapi lebih santai daripada くださいませんか atau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いただけませんか. Untuk sederajat/lebih muda.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コンビニでおべんとうをかって きて くれませんか。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konbini de obentou o katte kite kuremasen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belikan saya bekal di minimarket, ya?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43 · Kelihatannya &amp; Pergi-Kembali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43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Kelihatannya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そうです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Pergi-kembali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てきます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(akrab)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てくれませんか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tebak sesuatu dari penampilannya pakai ~sou desu!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43 -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