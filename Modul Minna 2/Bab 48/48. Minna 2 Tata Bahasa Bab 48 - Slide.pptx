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48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Kausatif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使役形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Menyuruh atau membiarkan? Yuk belajar bentuk kausatif dan mohon izin.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bentuk kausatif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menyuruh / membiarkan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kausatif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-u → -a + せる (いく→いかせる). II: る→させる (たべる→たべさせる). III: する→させる,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くる→こさせる. Berkonjugasi seperti Gol. II.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たべます → たべさせます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tabemasu → tabesasemasu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makan → menyuruh/membiarkan makan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48 · Bentuk Kausatif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 o + KK kausatif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kerja intransitif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Kausatif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kata kerjanya INTRANSITIF, orang yang disuruh/dibiarkan ditandai を. Bisa berarti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"memaksa" atau "mengizinkan".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むすめをじゆうにあそばせます。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musume o jiyuu ni asobasemasu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(Saya) membiarkan anak perempuan saya bermain bebas.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48 · Bentuk Kausatif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 ni (benda) o + KK kausatif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kerja transitif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Kausatif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kata kerjanya TRANSITIF dan sudah ada objek を, orang yang disuruh ditandai に supaya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bentrok.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むすめにあさごはんのじゅんびをてつだわせます。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musume ni asagohan no junbi o tetsudawasemasu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(Saya) menyuruh anak perempuan saya membantu menyiapkan sarapan.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48 · Bentuk Kausatif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~sasete itadakemasen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mohon izin melakukan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Kausatif 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いただけませんか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て いただけませんか minta orang lain melakukan, させて いただけませんか minta IZIN agar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 sendiri boleh melakukan.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はやくかえらせて いただけませんか。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hayaku kaerasete itadakemasen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Mohon izinkan saya pulang lebih cepat.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48 · Bentuk Kausatif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48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kausatif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～せる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Intransitif + を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を + kausatif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Transitif + に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に～を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Mohon izin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させていただけませんか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buat kalimat tentang siapa yang menyuruhmu melakukan sesuatu!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48 - Tata Bahasa</dc:title>
  <dc:subject>PptxGenJS Presentation</dc:subject>
  <dc:creator>PptxGenJS</dc:creator>
  <cp:lastModifiedBy>PptxGenJS</cp:lastModifiedBy>
  <cp:revision>1</cp:revision>
  <dcterms:created xsi:type="dcterms:W3CDTF">2026-09-27T20:20:49Z</dcterms:created>
  <dcterms:modified xsi:type="dcterms:W3CDTF">2026-09-27T20:20:49Z</dcterms:modified>
</cp:coreProperties>
</file>