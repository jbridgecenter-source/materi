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32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Nasihat &amp; Kemungkinan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～ほうがいい・でしょう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olahraga tiap hari! Yuk belajar memberi nasihat dan menduga kemungkinan.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~hou ga ii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(jangan)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KKた／KKない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ほうが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いいです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NASIHAT. "Sebaiknya dilakukan" pakai bentuk た; "sebaiknya jangan" pakai bentuk ない.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Terasa agak memaksa.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まいにちうんどうしたほうが いいです。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mainichi undou shita hou ga ii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berolahraga setiap hari.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Deshou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mungkin, barangkali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でしょう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PERKIRAAN tentang hal yang belum pasti, diucapkan dengan nada turun. KB &amp; KS-な: だ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dibuang sebelum でしょう.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あしたあめがふるでしょう。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ame ga furu deshou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Besok mungkin akan turun hujan.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Kamo shiremasen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mungkin saja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かも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しれません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kalau ada KEMUNGKINAN walau kecil. Tingkat keyakinannya lebih rendah daripada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でしょう. KB &amp; KS-な juga buang だ.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やくそくのじかんにまにあわないかも しれません。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yakusoku no jikan ni maniawanai kamo shiremasen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Mungkin saja saya terlambat.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~mashou (usul)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kita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ましょう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Selain "ayo", 〜ましょう juga MENGUSULKAN suatu tindakan dengan tegas. Nuansanya lebih mantap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daripada 〜ましょうか.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エンジンのおとがおかしいんです。……ちょっとしらべましょう。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enjin no oto ga okashiin desu. …chotto shirabemashou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Bunyi mesinnya aneh. ……Mari kita periksa sebentar.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+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waktu / biaya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jumlah／waktu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 di sini menyatakan BATAS — dalam waktu sekian, atau dengan jumlah/biaya sekian, sesuatu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dilakukan.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えきまで30ぷんでいけます。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 made 30-pun de ikemasu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sampai stasiun dalam 30 menit.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Nanika + sifat +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sesuatu yang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(sifat)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こと／もの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"sesuatu yang (bersifat) ...": なにか/どこか dulu, BARU kata sifat + kata benda — bukan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sebaliknya.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なにかしんぱいなことがあるんですか。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nanika shinpai na koto ga arun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ada sesuatu yang mengkhawatirkan?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32 · Nasihat &amp; Kemungkinan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ほうがいい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Mungkin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でしょう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Mungkin saja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かもしれません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kita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ましょう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jumlah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Sesuatu yang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なにか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beri satu nasihat ke temanmu pakai ~hou ga ii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32 -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