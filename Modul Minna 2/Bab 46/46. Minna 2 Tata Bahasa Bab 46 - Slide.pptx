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 46 · TATA BAHASA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Tahap Kegiatan &amp; Seharusnya</a:t>
            </a:r>
            <a:endParaRPr lang="en-US" sz="3500" dirty="0"/>
          </a:p>
        </p:txBody>
      </p:sp>
      <p:sp>
        <p:nvSpPr>
          <p:cNvPr id="6" name="Text 3"/>
          <p:cNvSpPr txBox="1"/>
          <p:nvPr/>
        </p:nvSpPr>
        <p:spPr>
          <a:xfrm>
            <a:off x="612648" y="2606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～ところです・～はずです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12648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Baru mau makan, atau sudah selesai? Yuk belajar menyatakan tahap dan keyakinan.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1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~tokoro desu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akan / sedang / baru saja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 Kamus／て いる／た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ところです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 Kamus + ところ = baru mau. KK て いる + ところ = sedang. KK た + ところ = baru saja selesai.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たったいまバスはでたところです。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tatta ima basu wa deta tokoro desu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Busnya baru saja berangkat.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46 · Tahap Kegiatan &amp; Seharusnya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2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~bakari desu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baru saja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KKた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ばかりです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Juga berarti "baru saja", tapi menekankan PERASAAN pembicara bahwa belum lama berlalu — tak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peduli waktu sebenarnya.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せんげつこのかいしゃにはいったばかりです。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sengetsu kono kaisha ni haitta bakari desu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Baru saja masuk perusahaan ini bulan lalu.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46 · Tahap Kegiatan &amp; Seharusnya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~hazu desu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seharusnya / pasti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Bentuk Biasa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はずです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Menyatakan keyakinan berdasarkan BUKTI/alasan tertentu. Beda dengan でしょう (dugaan) — はず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punya dasar yang jelas.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ブディさんはきょうくるはずです。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Budi-san wa kyou kuru hazu desu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Sdr. Budi seharusnya datang hari ini.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46 · Tahap Kegiatan &amp; Seharusnya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RANGKUMAN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612648" y="822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Bab 46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612648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40664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Tahap kegiatan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ところです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928616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376672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Baru saja (perasaan)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ばかりです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2648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40664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Seharusnya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はずです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15087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またね！</a:t>
            </a:r>
            <a:endParaRPr lang="en-US" sz="6400" dirty="0"/>
          </a:p>
        </p:txBody>
      </p:sp>
      <p:sp>
        <p:nvSpPr>
          <p:cNvPr id="5" name="Text 2"/>
          <p:cNvSpPr txBox="1"/>
          <p:nvPr/>
        </p:nvSpPr>
        <p:spPr>
          <a:xfrm>
            <a:off x="0" y="2743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matane — sampai jumpa!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A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Coba ceritakan apa yang sedang atau baru saja kamu lakukan!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Minna no Nihongo II - Bab 46 - Tata Bahasa</dc:title>
  <dc:subject>PptxGenJS Presentation</dc:subject>
  <dc:creator>PptxGenJS</dc:creator>
  <cp:lastModifiedBy>PptxGenJS</cp:lastModifiedBy>
  <cp:revision>1</cp:revision>
  <dcterms:created xsi:type="dcterms:W3CDTF">2026-09-25T04:18:23Z</dcterms:created>
  <dcterms:modified xsi:type="dcterms:W3CDTF">2026-09-25T04:18:23Z</dcterms:modified>
</cp:coreProperties>
</file>