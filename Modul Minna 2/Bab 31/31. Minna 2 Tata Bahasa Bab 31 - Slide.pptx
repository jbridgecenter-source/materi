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31 · TATA BAHASA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Maksud &amp; Rencana</a:t>
            </a:r>
            <a:endParaRPr lang="en-US" sz="4100" dirty="0"/>
          </a:p>
        </p:txBody>
      </p:sp>
      <p:sp>
        <p:nvSpPr>
          <p:cNvPr id="6" name="Text 3"/>
          <p:cNvSpPr txBox="1"/>
          <p:nvPr/>
        </p:nvSpPr>
        <p:spPr>
          <a:xfrm>
            <a:off x="612648" y="2606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意向形・つもり・予定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Mau ke laut akhir pekan ini? Yuk belajar menyampaikan niat dan rencana.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Membuat bentuk maksud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 santai dari ~mashou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KKます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maksud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I: -u → -o + う (かく→かこう). II: buang る + よう (たべる→たべよう). III: する→しよう,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くる→こよう. Dipakai antar teman akrab.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ちょっとやすまない？……うん、やすもう。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chotto yasumanai? …un, yasumou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Istirahat sebentar, yuk? ……Iya, ayo istirahat.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31 · Bentuk Maksud &amp; Rencana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~ou to omotte imasu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berniat sejak lama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 Bentuk Maksud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</a:t>
            </a:r>
            <a:pPr algn="ctr" indent="0" marL="0">
              <a:buNone/>
            </a:pPr>
            <a:r>
              <a:rPr lang="en-US" sz="21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おもって</a:t>
            </a:r>
            <a:pPr algn="ctr" indent="0" marL="0">
              <a:buNone/>
            </a:pPr>
            <a:r>
              <a:rPr lang="en-US" sz="21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います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Menyampaikan NIAT yang sudah dipikirkan sejak beberapa waktu dan masih dipegang. Bisa juga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niat orang ketiga.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しゅうまつうみへいこうと おもって います。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shuumatsu umi e ikou to omotte 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Akhir pekan ini saya berniat pergi ke laut.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31 · Bentuk Maksud &amp; Rencana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~tsumori desu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berniat / tidak berniat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(kamus／ない)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つもりです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Menyatakan KEHENDAK/tekad yang lebih mantap daripada ようと おもって います. "Berniat tidak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..." pakai bentuk ない.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たばこをすわないつもりです。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tabako o suwanai tsumori desu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Saya berniat tidak merokok.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31 · Bentuk Maksud &amp; Rencana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4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~yotei desu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rencana / jadwal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(kamus)／KB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予定です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予定です untuk RENCANA/jadwal yang sudah ditetapkan (bukan sekadar niat pribadi). Setelah kata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benda, sambung dengan の dulu.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りょこうは1しゅうかんぐらいのよていです。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ryokou wa isshuukan gurai no yotei desu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Rencananya perjalanan kurang lebih seminggu.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31 · Bentuk Maksud &amp; Rencana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5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Mada + te imasen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belum ...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まだ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KKて いません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bilang "belum (terjadi/dikerjakan)" — sampai saat ini belum terjadi atau belum selesai.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ぎんこうはまだあいて いません。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ginkou wa mada aite imasen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belum buka.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31 · Bentuk Maksud &amp; Rencana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Akar -masu jadi KB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kepulangan, kesenangan...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 akarます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Sebagian kata kerja, kalau ます-nya dibuang, berubah jadi kata benda: かえります→かえり,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たのしみます→たのしみ.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かえりにしんかんせんはどこからのりますか。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kaeri ni shinkansen wa doko kara norimasu ka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Saat pulang, naik Shinkansen dari mana?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31 · Bentuk Maksud &amp; Rencana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Bab 31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12648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0664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maksud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～よう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28616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76672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Berniat lama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ようとおもっています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0664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Tekad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つもり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00600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928616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376672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Rencana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よてい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40664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Belum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まだ～ていません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800600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4928616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376672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 jadi KB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akar ます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508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またね！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matane — sampai jumpa!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A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ceritakan rencanamu akhir pekan ini pakai tsumori desu!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Minna no Nihongo II - Bab 31 - Tata Bahasa</dc:title>
  <dc:subject>PptxGenJS Presentation</dc:subject>
  <dc:creator>PptxGenJS</dc:creator>
  <cp:lastModifiedBy>PptxGenJS</cp:lastModifiedBy>
  <cp:revision>1</cp:revision>
  <dcterms:created xsi:type="dcterms:W3CDTF">2026-09-27T20:20:48Z</dcterms:created>
  <dcterms:modified xsi:type="dcterms:W3CDTF">2026-09-27T20:20:48Z</dcterms:modified>
</cp:coreProperties>
</file>