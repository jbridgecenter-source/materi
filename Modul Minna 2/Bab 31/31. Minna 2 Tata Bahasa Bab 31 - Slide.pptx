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31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Maksud &amp; Rencana</a:t>
            </a:r>
            <a:endParaRPr lang="en-US" sz="41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意向形・つもり・予定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ke laut akhir pekan ini? Yuk belajar menyampaikan niat dan rencana.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maksud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 santai dari ~mashou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maksud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-u → -o + う (かく→かこう). II: buang る + よう (たべる→たべよう). III: する→しよう,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くる→こよう. Dipakai antar teman akrab.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ちょっとやすまない？……うん、やすもう。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chotto yasumanai? …un, yasumou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Istirahat sebentar, yuk? ……Iya, ayo istirahat.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31 · Bentuk Maksud &amp; Rencana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~ou to omotte 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berniat sejak lama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Bentuk Maksud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おもって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Menyampaikan NIAT yang sudah dipikirkan sejak beberapa waktu dan masih dipegang. Bisa juga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niat orang ketiga.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しゅうまつうみへいこうと おもって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shuumatsu umi e ikou to omotte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Akhir pekan ini saya berniat pergi ke laut.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31 · Bentuk Maksud &amp; Rencana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~tsumori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berniat / tidak berniat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(kamus／ない)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つもりです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KEHENDAK/tekad yang lebih mantap daripada ようと おもって います. "Berniat tidak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..." pakai bentuk ない.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たばこをすわないつもりです。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tabako o suwanai tsumori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berniat tidak merokok.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31 · Bentuk Maksud &amp; Rencana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~yotei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/ jadwal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(kamus)／KB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予定です untuk RENCANA/jadwal yang sudah ditetapkan (bukan sekadar niat pribadi). Setelah kata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benda, sambung dengan の dulu.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りょこうは1しゅうかんぐらいのよていです。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ryokou wa isshuukan gurai no yotei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Rencananya perjalanan kurang lebih seminggu.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31 · Bentuk Maksud &amp; Rencana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 + te imasen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belum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 いません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bilang "belum (terjadi/dikerjakan)" — sampai saat ini belum terjadi atau belum selesai.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ぎんこうはまだあいて いません。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ginkou wa mada aite 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belum buka.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31 · Bentuk Maksud &amp; Rencana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-masu jadi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kepulangan, kesenangan...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Sebagian kata kerja, kalau ます-nya dibuang, berubah jadi kata benda: かえります→かえり,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たのしみます→たのしみ.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かえりにしんかんせんはどこからのりますか。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kaeri ni shinkansen wa doko kara norimasu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pulang, naik Shinkansen dari 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31 · Bentuk Maksud &amp; Rencana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31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maksud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～よう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Berniat lama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ようとおもっています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Tekad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つもり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よてい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Belum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まだ～ていません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jadi KB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akar ます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rencanamu akhir pekan ini pakai tsumori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31 -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