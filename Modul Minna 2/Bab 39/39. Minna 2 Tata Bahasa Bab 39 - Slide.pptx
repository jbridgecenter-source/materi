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39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Sebab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～て・～ので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Kaget dengar berita, kesepian tak bertemu keluarga — yuk belajar sebab dan akibat.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(sebab)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 → akibat (perasaan)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akibat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て bisa menyatakan sebab: bagian depan penyebab, belakang akibat (biasanya perasaan di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luar kendali). Kalau akibatnya keinginan/perintah, pakai から.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ニュースをきいて、びっくりしました。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nyuusu o kiite, bikkuri shimashita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kaget karena mendengar berita itu.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39 · Menyatakan Sebab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de (sebab)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bencana / kejadian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(bencana)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sebab berupa kejadian/fenomena (gempa, kecelakaan, kebakaran, sakit), cukup pakai kata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 + で.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じしんでビルがたおれました。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jishin de biru ga taoremashita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Gedung roboh karena gempa bumi.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39 · Menyatakan Sebab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~node,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sebab, lebih halus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 arti dengan から, tapi lebih halus dan objektif. Cocok untuk meminta izin/pengertian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sopan.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にほんごがわからないので、えいごではなして いただけませんか。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nihongo ga wakaranai node, eigo de hanashite itadakemasen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Karena saya tak paham bahasa Jepang, bisakah berbicara dalam bahasa Inggris?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39 · Menyatakan Sebab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~tochuu 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tengah / dalam perjalanan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(kamus)／KB 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とちゅうで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"di tengah-tengah" suatu kegiatan atau perjalanan. Setelah kata kerja pakai Bentuk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Kamus, setelah kata benda pakai 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マラソンのとちゅうできぶんがわるく なりました。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marason no tochuu de kibun ga waruku narimashita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tengah maraton, badan jadi kurang enak.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39 · Menyatakan Sebab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39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 (perasaan)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 (kejadian)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 halus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ので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tengah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とちゅうで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sesuatu yang membuatmu kaget atau senang pakai ~te!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39 -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