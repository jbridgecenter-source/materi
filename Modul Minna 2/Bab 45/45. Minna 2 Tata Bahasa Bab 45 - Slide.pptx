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45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Hal &amp; Padahal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～ばあいは・～のに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Padahal sudah janji, kok tidak datang? Yuk belajar mengandaikan kondisi dan kekecewaan.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~baai wa,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hal / kalau terjadi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ばあいは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Mengandaikan suatu KONDISI, lalu bagian belakang menyebut cara mengatasinya. Sama seperti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menerangkan kata benda: KS-な→な, KB→の.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かじのばあいは、エレベーターをつかわないで ください。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kaji no baai wa, erebeetaa o tsukawanaide kudasai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hal kebakaran, jangan gunakan lift.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45 · Dalam Hal &amp; Padahal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~noni,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padahal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Bentuk Biasa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のに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Dipakai saat kenyataan BERBEDA dari yang diharapkan, mengandung rasa kecewa. Beda dengan が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(netral) dan ても (andaian).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やくそくをしたのに、かれはきませんでした。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yakusoku o shita noni, kare wa kimasen deshita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Padahal sudah berjanji, dia tidak datang.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II  ·  Bab 45 · Dalam Hal &amp; Padahal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45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hal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ばあいは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Padahal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のに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ceritakan sesuatu yang mengecewakan pakai ~noni!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II - Bab 45 - Tata Bahasa</dc:title>
  <dc:subject>PptxGenJS Presentation</dc:subject>
  <dc:creator>PptxGenJS</dc:creator>
  <cp:lastModifiedBy>PptxGenJS</cp:lastModifiedBy>
  <cp:revision>1</cp:revision>
  <dcterms:created xsi:type="dcterms:W3CDTF">2026-09-27T20:20:49Z</dcterms:created>
  <dcterms:modified xsi:type="dcterms:W3CDTF">2026-09-27T20:20:49Z</dcterms:modified>
</cp:coreProperties>
</file>