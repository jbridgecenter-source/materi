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45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Hal &amp; Padahal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～ばあいは・～のに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Padahal sudah janji, kok tidak datang? Yuk belajar mengandaikan kondisi dan kekecewaan.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~baai wa,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hal / kalau terjadi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ばあいは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Mengandaikan suatu KONDISI, lalu bagian belakang menyebut cara mengatasinya. Sama seperti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menerangkan kata benda: KS-な→な, KB→の.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かじのばあいは、エレベーターをつかわないで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 no baai wa, erebeetaa o tsukawanaide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hal kebakaran, jangan gunakan lift.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45 · Dalam Hal &amp; Padahal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~noni, ~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padahal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Dipakai saat kenyataan BERBEDA dari yang diharapkan, mengandung rasa kecewa. Beda dengan が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(netral) dan ても (andaian).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やくそくをしたのに、かれはきませんでした。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yakusoku o shita noni, kare wa kimasen deshita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Padahal sudah berjanji, dia tidak datang.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45 · Dalam Hal &amp; Padahal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hal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ばあいは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Padahal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のに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sesuatu yang mengecewakan pakai ~noni!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45 -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