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28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Sambil &amp; Alasan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～ながら・～し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Makan sambil dengar musik? Yuk belajar melakukan dua hal sekaligus dan menumpuk alasan.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~nagara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sambil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KK1 akarます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ながら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KK2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dua hal sekaligus oleh orang yang sama. Buang ます kata kerja pertama, tempel ながら,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lalu sebut kegiatan kedua (aksi utama).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おんがくをききながらしょくじします。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ongaku o kikinagara shokuji shimasu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Makan sambil mendengarkan musik.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28 · Sambil &amp; Alasan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kebiasaan berulang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Selain "sedang", 〜て います juga menyatakan kebiasaan berulang. Kalau di masa lampau, jadi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〜て いました.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まいあさジョギングをして います。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maiasa jogingu o shite 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pagi saya jogging.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28 · Sambil &amp; Alasan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~shi, ~shi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menyebut beberapa alasan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Bentuk Biasa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 menumpuk beberapa keterangan/alasan tentang satu topik ("...begini, ...begitu,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lagipula..."). Sering diikuti それに atau から.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ここはねだんもやすいし、ものもおいしいし……。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koko wa nedan mo yasui shi, mono mo oishii shi……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sini harganya murah, makanannya enak juga…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28 · Sambil &amp; Alasan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Sorede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oleh karena itu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。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それで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akibat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それで menyambungkan dua kalimat: yang depan SEBAB, yang belakang AKIBAT. Mirip "oleh karena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 / makanya".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しょうせつかになりたいです。それでいましょうせつをかいて います。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shousetsuka ni naritai desu. sorede ima shousetsu o kaite 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ingin jadi novelis. Oleh karena itu sekarang saya menulis novel.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28 · Sambil &amp; Alasan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~toki + wa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 saat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とき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…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とき (Bab 23) bisa diberi kata bantu di belakangnya seperti kata benda, misalnya とき+は untuk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menonjolkan "pada saat ...".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べんきょうするときは、おんがくをききません。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benkyou suru toki wa, ongaku o kikimasen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Ketika belajar, saya tidak mendengarkan musik.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28 · Sambil &amp; Alasan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28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Sambil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ながら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Kebiasaan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ています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Beberapa alasan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し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Oleh karena itu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それで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 saat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ときは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kegiatan yang biasa kamu lakukan sambil melakukan hal lain!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28 - Tata Bahasa</dc:title>
  <dc:subject>PptxGenJS Presentation</dc:subject>
  <dc:creator>PptxGenJS</dc:creator>
  <cp:lastModifiedBy>PptxGenJS</cp:lastModifiedBy>
  <cp:revision>1</cp:revision>
  <dcterms:created xsi:type="dcterms:W3CDTF">2026-09-25T04:18:22Z</dcterms:created>
  <dcterms:modified xsi:type="dcterms:W3CDTF">2026-09-25T04:18:22Z</dcterms:modified>
</cp:coreProperties>
</file>