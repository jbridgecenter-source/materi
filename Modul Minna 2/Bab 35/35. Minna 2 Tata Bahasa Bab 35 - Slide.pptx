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35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Syarat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条件形 ～ば・～なら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tekan tombol ini, jendela terbuka. Yuk belajar bentuk syarat "kalau/jika".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bentuk syarat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/ jika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syarat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-u → -e + ば (かく→かけば). II: buang る + れば (たべる→たべれば). III: する→すれば,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くる→くれば. KS-い: い→ければ. KS-な/KB: + なら.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ボタンをおせば、まどがあきます。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botan o oseba, mado ga akimasu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menekan tombol, jendela terbuka.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35 · Bentuk Syarat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syarat,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/ jika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Bentuk Syarat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(klausa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pokok)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Klausa depan = syarat, belakang = hasil. Beda dengan と (otomatis/pasti) dan たら (paling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luas). Klausa belakang umumnya tanpa perintah/ajakan.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きっぷがあれば、わたしもいけます。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kippu ga areba, watashi mo ikemasu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ada tiket, saya juga bisa pergi.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35 · Bentuk Syarat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Tanya + eba ii desu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sebaiknya bagaimana?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Tanya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Bentuk Syarat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いいですか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minta saran/petunjuk, sama maksudnya dengan たら いいですか, tinggal ganti pakai bentuk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syarat ば.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どうすればいいですか。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 sureba ii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Sebaiknya bagaimana caranya?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35 · Bentuk Syarat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nara,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soal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なら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Dipakai untuk menanggapi topik yang dibawa lawan bicara, lalu memberi informasi tentangnya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("kalau soal ..., maka ...").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おんせんなら、くさつがいいですよ。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onsen nara, Kusatsu ga ii desu yo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soal onsen, Kusatsu bagus, lho.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35 · Bentuk Syarat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~wa arimasen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halus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ありませんか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Bertanya dengan ありませんか artinya sama dengan ありますか, tapi terasa lebih HALUS karena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ruang untuk jawab "tidak ada".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どこかいいところはありませんか。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dokoka ii tokoro wa arimasen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ada tempat bagus yang bisa direkomendasikan?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35 · Bentuk Syarat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35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syarat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/ jika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ば、～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Sebaiknya?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ばいいですか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soal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なら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halus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ありませんか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buat satu kalimat pengandaian pakai ~eba!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35 -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