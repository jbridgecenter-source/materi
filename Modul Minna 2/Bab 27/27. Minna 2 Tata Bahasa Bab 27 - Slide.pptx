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27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Bisa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可能形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berbahasa Jepang? Yuk belajar bentuk potensial "bisa/dapat melakukan".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potensial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potensial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bunyi -u → -e + る (かく→かける). II: る → られる (たべる→たべられる). III: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する→できる, くる→こられる. Semuanya lalu berkonjugasi seperti Gol. II.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かんじがよめます。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kanji ga yomemasu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(Saya) bisa membaca Kanji.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o → ga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potensial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(objek)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Potensial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potensial menyatakan KEADAAN (mampu), bukan gerakan. Objek yang biasanya を berubah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が. Partikel lain (へ, に) tidak berubah.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アンディさんはにほんごがはなせます。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nihongo ga hanasemasu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 bisa berbahasa Jepang.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Miemasu / Kikoemasu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terlihat / terdengar sendiri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みえます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きこえます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saat sesuatu terlihat/terdengar SECARA ALAMI tanpa diusahakan. Kalau butuh niat/usaha,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bentuk potensial みられます/きけます.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しんかんせんからブロモさんがみえます。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shinkansen kara Buromo-san ga miemasu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kereta cepat terlihat Gunung Bromo.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/ selesai / terbentuk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できます di sini bukan "bisa", melainkan "terbentuk, jadi, selesai, dibangun" — untuk sesuatu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baru muncul.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えきのまえにスーパーができました。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 no mae ni suupaa ga dekimashita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depan stasiun telah dibangun swalayan.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~shika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(+ negatif)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 artinya "hanya", WAJIB diikuti bentuk negatif. が/を yang menempel dihilangkan. Beda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だけ yang pakai bentuk positif.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ローマじしかかけません。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roomaji shika kakemasen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(Saya) hanya bisa menulis huruf latin.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untuk membandingkan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A ..., kalau B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…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 juga bisa membandingkan dua hal. Kalau menempel pada が/を, partikelnya dilepas; untuk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lain は ditempel di belakang (では、には、からは).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ワインはのみますが、ビールはのみません。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 wa nomimasu ga, biiru wa nomimasen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(Saya) minum anggur, tapi tidak minum bir.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27 · Bentuk Bisa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27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potensial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～られる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jadi が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 → 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Terlihat sendiri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みえます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Terbentuk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できます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しか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Membandingkan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tiga hal yang bisa kamu lakukan!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27 -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