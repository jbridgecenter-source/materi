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27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Bisa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可能形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Bisa berbahasa Jepang? Yuk belajar bentuk potensial "bisa/dapat melakukan".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Membuat bentuk potensial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bisa melakukan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KKます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potensial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I: bunyi -u → -e + る (かく→かける). II: る → られる (たべる→たべられる). III: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する→できる, くる→こられる. Semuanya lalu berkonjugasi seperti Gol. II.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かんじがよめます。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kanji ga yomemasu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(Saya) bisa membaca Kanji.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27 · Bentuk Bisa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 o → ga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kalimat potensial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(objek)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Potensial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Kalimat potensial menyatakan KEADAAN (mampu), bukan gerakan. Objek yang biasanya を berubah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jadi が. Partikel lain (へ, に) tidak berubah.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アンディさんはにほんごがはなせます。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Andi-san wa nihongo ga hanasemasu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Sdr. Andi bisa berbahasa Jepang.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27 · Bentuk Bisa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Miemasu / Kikoemasu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terlihat / terdengar sendiri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みえます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きこえます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Dipakai saat sesuatu terlihat/terdengar SECARA ALAMI tanpa diusahakan. Kalau butuh niat/usaha,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pakai bentuk potensial みられます/きけます.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しんかんせんからふじさんがみえます。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shinkansen kara Fuji-san ga miemasu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Shinkansen terlihat Gunung Fuji.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27 · Bentuk Bisa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Dekimasu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jadi / selesai / terbentuk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できます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できます di sini bukan "bisa", melainkan "terbentuk, jadi, selesai, dibangun" — untuk sesuatu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baru muncul.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えきのまえにスーパーができました。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eki no mae ni suupaa ga dekimashita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depan stasiun telah dibangun swalayan.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27 · Bentuk Bisa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~shika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 (+ negatif)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しか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KKません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しか artinya "hanya", WAJIB diikuti bentuk negatif. が/を yang menempel dihilangkan. Beda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dengan だけ yang pakai bentuk positif.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ローマじしかかけません。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roomaji shika kakemasen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(Saya) hanya bisa menulis huruf latin.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27 · Bentuk Bisa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 untuk membandingkan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A ..., kalau B 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…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…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 juga bisa membandingkan dua hal. Kalau menempel pada が/を, partikelnya dilepas; untuk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partikel lain は ditempel di belakang (では、には、からは).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ワインはのみますが、ビールはのみません。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wain wa nomimasu ga, biiru wa nomimasen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(Saya) minum anggur, tapi tidak minum bir.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27 · Bentuk Bisa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27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potensial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～られる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 jadi が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を → 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Terlihat sendiri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みえます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Terbentuk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できます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しか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800600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928616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376672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Membandingkan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は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sebutkan tiga hal yang bisa kamu lakukan!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II - Bab 27 - Tata Bahasa</dc:title>
  <dc:subject>PptxGenJS Presentation</dc:subject>
  <dc:creator>PptxGenJS</dc:creator>
  <cp:lastModifiedBy>PptxGenJS</cp:lastModifiedBy>
  <cp:revision>1</cp:revision>
  <dcterms:created xsi:type="dcterms:W3CDTF">2026-09-25T04:18:22Z</dcterms:created>
  <dcterms:modified xsi:type="dcterms:W3CDTF">2026-09-25T04:18:22Z</dcterms:modified>
</cp:coreProperties>
</file>