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40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dalam Kalimat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～か・～かどうか・～てみます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dulu sebelum yakin! Yuk belajar menyelipkan pertanyaan dan mencoba sesuatu.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[Bentuk Biasa + tanya] ka, ~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dalam kalimat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Tanya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、～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menyelipkan pertanyaan ber-kata tanya ke dalam kalimat lain, akhiri anak kalimat dengan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か. KB &amp; KS-な buang だ.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なんじにとうちゃくするか、しらべて ください。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nan-ji ni touchaku suru ka, shirabete kudasai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Tolong cek tiba pukul berapa.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40 · Pertanyaan dalam Kalimat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~ka dou ka, ~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apakah ... atau tidak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どうか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、～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menyelipkan pertanyaan ya/tidak tanpa kata tanya. KB &amp; KS-な buang だ.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まちがいがないか どうか、しらべて ください。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machigai ga nai ka douka, shirabete kudasai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Tolong periksa apakah ada kesalahan atau tidak.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40 · Pertanyaan dalam Kalimat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mimasu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mencoba melakukan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みます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Melakukan sesuatu untuk DICOBA dulu ("coba ..."). 〜て みたい menyampaikan keinginan lebih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lembut daripada 〜たい.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このズボンをはいて みてもいいですか。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kono zubon o haite mite mo ii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Bolehkah saya coba pakai celana ini?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40 · Pertanyaan dalam Kalimat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KS-i → sa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jadi kata benda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KSい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Sifat-い bisa diubah jadi kata benda dengan mengganti い jadi さ: たかい→たかさ,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ながい→ながさ.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はしのながさは3,911メートルです。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 no nagasa wa 3,911 meetoru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Panjang jembatan itu 3.911 meter.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40 · Pertanyaan dalam Kalimat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~deshou 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sopan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でしょうか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pertanyaan jadi lebih lembut &amp; sopan, karena tidak menuntut jawaban pasti. Cocok saat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bertanya hati-hati.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アンディさんはがっこうでどうでしょうか。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Andi-san wa gakkou de dou deshou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keadaan Sdr. Andi di sekolah, ya?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40 · Pertanyaan dalam Kalimat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40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dalam kalimat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か、～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Apakah ... atau tidak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かどうか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Mencoba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てみます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 jadi KB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さ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sopan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でしょうか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tanyakan sesuatu ke temanmu pakai ~ka dou ka!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40 - Tata Bahasa</dc:title>
  <dc:subject>PptxGenJS Presentation</dc:subject>
  <dc:creator>PptxGenJS</dc:creator>
  <cp:lastModifiedBy>PptxGenJS</cp:lastModifiedBy>
  <cp:revision>1</cp:revision>
  <dcterms:created xsi:type="dcterms:W3CDTF">2026-09-25T04:18:23Z</dcterms:created>
  <dcterms:modified xsi:type="dcterms:W3CDTF">2026-09-25T04:18:23Z</dcterms:modified>
</cp:coreProperties>
</file>