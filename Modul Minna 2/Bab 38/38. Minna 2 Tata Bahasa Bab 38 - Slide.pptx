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38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Menominakan dengan No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～のは・～のが・～のを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Bermain tenis itu menarik! Yuk belajar mengubah kegiatan jadi seperti kata benda.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kamus no wa + sifat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melakukan X itu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Kamus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 "menyulap" kata kerja jadi seperti kata benda. のは + kata sifat menilai SUATU KEGIATAN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("melakukan ... itu menarik").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テニスをするのはおもしろいです。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tenisu o suru no wa omoshiroi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Bermain tenis itu menarik.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38 · Menominakan dengan No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kamus no ga + sifat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suka/pandai melakukan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Kamus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のが + kata sifat dipakai dengan sifat suka/mahir/cepat, dll.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(すき、きらい、じょうず、へた、はやい).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はなをそだてるのがすきです。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 o sodateru no ga suki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suka memelihara bunga.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38 · Menominakan dengan No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kamus no o wasuremashita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lupa melakukan X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Kamus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忘れました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bilang "lupa MELAKUKAN sesuatu" (bukan lupa benda), ubah kegiatannya jadi kata benda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の lalu tandai を.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ぎゅうにゅうをかうのをわすれました。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gyuunyuu o kau no o wasuremashita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lupa membeli susu.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38 · Menominakan dengan No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~no o shitte imasu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 bahwa ...?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知って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いますか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menanyakan apakah seseorang TAHU tentang suatu fakta. Isinya diubah ke Bentuk Biasa + の.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ブディさんがけっこんするのをしって いますか。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Budi-san ga kekkon suru no o shitte imasu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Anda tahu bahwa Sdr. Budi akan menikah?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38 · Menominakan dengan No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~no wa KB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... adalah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penegasan yang menonjolkan satu bagian informasi, sering untuk MENGOREKSI ucapan lawan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bicara. Subjek anak kalimat pakai が.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うまれたのはチェンマイです。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umareta no wa Chenmai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(tempat) lahir saya adalah Chiang Mai.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38 · Menominakan dengan No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38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Melakukan X itu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のは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Suka melakukan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のが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Lupa melakukan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のを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 bahwa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のを知っています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... adalah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のは～です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sebutkan kegiatan yang menurutmu menarik pakai ~no wa omoshiroi desu!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38 -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