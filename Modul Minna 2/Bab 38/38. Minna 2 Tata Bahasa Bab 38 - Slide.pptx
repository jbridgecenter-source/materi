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 38 · TATA BAHASA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Menominakan dengan No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2606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～のは・～のが・～のを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Bermain tenis itu menarik! Yuk belajar mengubah kegiatan jadi seperti kata benda.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1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 kamus no wa + sifat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melakukan X itu ...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 Kamus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のは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D63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です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の "menyulap" kata kerja jadi seperti kata benda. のは + kata sifat menilai SUATU KEGIATAN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("melakukan ... itu menarik").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テニスをするのはおもしろいです。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tenisu o suru no wa omoshiroi desu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Bermain tenis itu menarik.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38 · Menominakan dengan No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 kamus no ga + sifat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suka/pandai melakukan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 Kamus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のが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D63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です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のが + kata sifat dipakai dengan sifat suka/mahir/cepat, dll.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(すき、きらい、じょうず、へた、はやい).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はなをそだてるのがすきです。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hana o sodateru no ga suki desu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Saya suka memelihara bunga.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38 · Menominakan dengan No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3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 kamus no o wasuremashita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lupa melakukan X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 Kamus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のを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忘れました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bilang "lupa MELAKUKAN sesuatu" (bukan lupa benda), ubah kegiatannya jadi kata benda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dengan の lalu tandai を.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ぎゅうにゅうをかうのをわすれました。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gyuunyuu o kau no o wasuremashita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Saya lupa membeli susu.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38 · Menominakan dengan No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4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~no o shitte imasu ka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tahu bahwa ...?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Biasa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のを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知って</a:t>
            </a:r>
            <a:pPr algn="ctr"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いますか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menanyakan apakah seseorang TAHU tentang suatu fakta. Isinya diubah ke Bentuk Biasa + の.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ブディさんがけっこんするのをしって いますか。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Budi-san ga kekkon suru no o shitte imasu ka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Apakah Anda tahu bahwa Budi akan menikah?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38 · Menominakan dengan No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5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~no wa KB desu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yang ... adalah ...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Biasa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のは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です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penegasan yang menonjolkan satu bagian informasi, sering untuk MENGOREKSI ucapan lawan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bicara. Subjek anak kalimat pakai が.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うまれたのはソロです。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umareta no wa Solo desu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Yang (tempat) lahir saya adalah Solo.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38 · Menominakan dengan No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RANGKUMAN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12648" y="822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Bab 38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612648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0664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Melakukan X itu ...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のは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928616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76672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Suka melakukan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のが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0664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Lupa melakukan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のを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800600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928616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376672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Tahu bahwa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のを知っています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2648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40664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Yang ... adalah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のは～です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15087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またね！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0" y="2743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matane — sampai jumpa!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A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Coba sebutkan kegiatan yang menurutmu menarik pakai ~no wa omoshiroi desu!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Minna no Nihongo II - Bab 38 - Tata Bahasa</dc:title>
  <dc:subject>PptxGenJS Presentation</dc:subject>
  <dc:creator>PptxGenJS</dc:creator>
  <cp:lastModifiedBy>PptxGenJS</cp:lastModifiedBy>
  <cp:revision>1</cp:revision>
  <dcterms:created xsi:type="dcterms:W3CDTF">2026-09-27T20:20:48Z</dcterms:created>
  <dcterms:modified xsi:type="dcterms:W3CDTF">2026-09-27T20:20:48Z</dcterms:modified>
</cp:coreProperties>
</file>