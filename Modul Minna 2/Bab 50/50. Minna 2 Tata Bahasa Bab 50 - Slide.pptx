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50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Merendah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謙譲語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"Saya bernama Budi" secara sopan — yuk belajar merendahkan diri sendiri.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O/Go + ~ shimasu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merendahkan diri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(KK I/II)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(KK III)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Kenjougo merendahkan AKSI DIRI SENDIRI. Pola: Gol I/II → お + akar ます + します; Gol III →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 + kata benda + します.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にもつをおもち しましょうか。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nimotsu o omochi shimashou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saya bawakan barangnya.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50 · Bahasa Merendah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kerja merendah khusus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ukagau, itadaku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うかがう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おめに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かかる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いただく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Beberapa kata kerja punya bentuk merendah KHUSUS: うかがいます (=いく/きく/たずねる),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いただきます (=もらう/たべる/のむ).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あしたわたしがうかがいます。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ashita watashi ga ukagaimasu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Besok saya yang datang (berkunjung).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50 · Bahasa Merendah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Kenjougo II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mairimasu, moushimasu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まいります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もうします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いたします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menjelaskan perbuatan diri sendiri secara halus: まいります (=いく/くる), もうします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(=いう), いたします (=する), おります (=いる).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わたしはブディともうします。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wa Budi to moushimasu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 bernama Budi (sopan).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50 · Bahasa Merendah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50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Merendah diri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お～します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khusus 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うかがう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Kenjougo II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まいります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perkenalkan dirimu pakai bahasa merendah moushimasu!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50 - Tata Bahasa</dc:title>
  <dc:subject>PptxGenJS Presentation</dc:subject>
  <dc:creator>PptxGenJS</dc:creator>
  <cp:lastModifiedBy>PptxGenJS</cp:lastModifiedBy>
  <cp:revision>1</cp:revision>
  <dcterms:created xsi:type="dcterms:W3CDTF">2026-09-25T04:18:23Z</dcterms:created>
  <dcterms:modified xsi:type="dcterms:W3CDTF">2026-09-25T04:18:23Z</dcterms:modified>
</cp:coreProperties>
</file>