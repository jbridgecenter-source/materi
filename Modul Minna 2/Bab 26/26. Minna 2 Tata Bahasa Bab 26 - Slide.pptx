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26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Alasan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～んです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teman bawa payung basah? Yuk belajar menanyakan dan memberi alasan.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 desu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menanyakan alasan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んですか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Dipakai kalau kita lihat/dengar sesuatu lalu penasaran dan minta penjelasan. Kalimatnya diubah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 Bentuk Biasa dulu, baru tempel んですか. Untuk KB &amp; KS-な, だ berubah jadi な.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どうしておくれたんですか。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doushite okureta n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Kenapa terlambat?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26 · Menyatakan Alasan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alasan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んです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んですか untuk bertanya, んです untuk MENJAWAB sambil memberi alasan. Jangan dipakai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fakta biasa yang bukan alasan.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バスがこなかったんです。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basu ga konakatta n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Karena busnya tidak datang.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26 · Menyatakan Alasan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 desu ga,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pembuka cerita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んですが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 di sini bukan "tetapi", hanya kata pembuka yang sopan sebelum minta tolong, mengajak, atau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minta izin.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あたまがいたいんですが、かえってもいいですか。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atama ga itai n desu ga, kaette mo ii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saya sakit, boleh pulang?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26 · Menyatakan Alasan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itadakemasen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minta tolong sangat sopan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いただけませんか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 paling sopan dari 〜て ください. Kira-kira "bolehkah saya minta tolong Anda untuk...?".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Cocok untuk orang yang lebih tua, guru, atau atasan.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いいせんせいをしょうかいしていただけませんか。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sensei o shoukai shite itadakemasen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Bisakah Anda mengenalkan saya guru yang baik?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26 · Menyatakan Alasan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Tanya + tara ii desu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minta saran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Tanya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KKたら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いいですか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minta saran: "sebaiknya saya ... bagaimana/di mana?". Gabung kata tanya + kata kerja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たら + いいですか.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どこでカメラをかったらいいですか。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doko de kamera o kattara ii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Sebaiknya saya beli kamera di mana?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26 · Menyatakan Alasan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(objek) wa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 jadi topik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(objek)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すきです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benda objek dari すきです、きらいです、じょうずです、あります, dll. boleh "ditarik ke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depan" pakai は untuk menonjolkannya.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カラオケはすきじゃ ないんです。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karaoke wa suki ja nai n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karaoke, saya kurang suka.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26 · Menyatakan Alasan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26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Menanyakan alasan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んですか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alasan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んです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Pembuka cerita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んですが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Minta tolong sopan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ていただけませんか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Minta saran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たらいいですか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 jadi topik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は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tanyakan alasan sesuatu ke temanmu pakai ~n desu ka!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26 - Tata Bahasa</dc:title>
  <dc:subject>PptxGenJS Presentation</dc:subject>
  <dc:creator>PptxGenJS</dc:creator>
  <cp:lastModifiedBy>PptxGenJS</cp:lastModifiedBy>
  <cp:revision>1</cp:revision>
  <dcterms:created xsi:type="dcterms:W3CDTF">2026-09-25T04:18:22Z</dcterms:created>
  <dcterms:modified xsi:type="dcterms:W3CDTF">2026-09-25T04:18:22Z</dcterms:modified>
</cp:coreProperties>
</file>