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29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Keadaan Akibat &amp; Penyesalan</a:t>
            </a:r>
            <a:endParaRPr lang="en-US" sz="35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～て しまいました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Dompet jatuh, sayang sekali! Yuk belajar bilang keadaan hasil dan penyesalan.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imasu (keadaan)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keadaan hasil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intransitif 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Selain "sedang" dan "kebiasaan", 〜て います juga menyatakan KEADAAN yang masih berlangsung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sebagai hasil kejadian, memakai kata kerja intransitif.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まどガラスがわれて います。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madogarasu ga warete 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Kaca jendela (dalam keadaan) pecah.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29 · Keadaan Akibat &amp; Penyesalan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shimaimashita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sudah tuntas / sayangnya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しまいました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Perbuatan sudah selesai TUNTAS, atau mengungkapkan PENYESALAN ("sayangnya jadi..."). Dalam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obrolan santai jadi 〜ちゃった.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さいふをおとして しまいました。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saifu o otoshite shimaimashita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(Sayangnya) dompet saya terjatuh.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29 · Keadaan Akibat &amp; Penyesalan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 ni ikimasu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へ boleh jadi に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に／へ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いきます／きます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tempat tujuan dengan いきます、きます、かえります, partikel へ boleh diganti に.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Keduanya sama benarnya.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こうばんにいかないと。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kouban ni ikanai to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Harus pergi ke pos polisi.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29 · Keadaan Akibat &amp; Penyesalan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Sore / Sono / Sou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merujuk hal yang disebut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そう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これ/それ/あれ (Bab 2) menunjuk benda nyata, それ・その・そう di sini menunjuk HAL yang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baru disebut lawan bicara.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さいふをおとしたんです。……それはたいへんですね。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saifu o otoshitan desu. ……sore wa taihen desu ne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Dompet saya jatuh. ……Wah, itu repot ya.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29 · Keadaan Akibat &amp; Penyesalan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Arimashita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oh, ketemu!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(setelah</a:t>
            </a:r>
            <a:pPr algn="ctr" indent="0" marL="0">
              <a:buNone/>
            </a:pPr>
            <a:r>
              <a:rPr lang="en-US" sz="21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mencari)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ありました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Bukan berarti "dulu ada", tapi ungkapan saat BARU MENEMUKAN sesuatu ("ah, ini dia!"), sering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diucapkan sambil mencari.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［かばんの なかを みて］……あ、ありました。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[kaban no naka o mite] …a, arimashita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[Sambil melihat ke dalam tas] …Ah, ketemu!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29 · Keadaan Akibat &amp; Penyesalan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Dokoka / Dokoka ni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/ ke suatu tempat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どこか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で／に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どこか menyatakan tempat yang tidak pasti. へ dan を boleh dihilangkan, tapi で dan に TIDAK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boleh dihilangkan.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どこかでさいふをなくして しまいました。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dokoka de saifu o nakushite shimaimashita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Entah di mana, dompet saya hilang.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29 · Keadaan Akibat &amp; Penyesalan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29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Keadaan hasil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ています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Sayangnya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てしまいました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へ jadi に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に いきます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Merujuk hal itu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それ・そう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Oh, ketemu!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ありました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Suatu tempat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どこか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hal yang pernah tidak sengaja kamu lakukan pakai ~te shimaimashita!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29 - Tata Bahasa</dc:title>
  <dc:subject>PptxGenJS Presentation</dc:subject>
  <dc:creator>PptxGenJS</dc:creator>
  <cp:lastModifiedBy>PptxGenJS</cp:lastModifiedBy>
  <cp:revision>1</cp:revision>
  <dcterms:created xsi:type="dcterms:W3CDTF">2026-09-27T20:20:48Z</dcterms:created>
  <dcterms:modified xsi:type="dcterms:W3CDTF">2026-09-27T20:20:48Z</dcterms:modified>
</cp:coreProperties>
</file>