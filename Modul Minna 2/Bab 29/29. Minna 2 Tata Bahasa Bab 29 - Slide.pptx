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29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Keadaan Akibat &amp; Penyesalan</a:t>
            </a:r>
            <a:endParaRPr lang="en-US" sz="35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 しまいました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Dompet jatuh, sayang sekali! Yuk belajar bilang keadaan hasil dan penyesalan.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imasu (keadaan)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keadaan hasil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intransitif 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Selain "sedang" dan "kebiasaan", 〜て います juga menyatakan KEADAAN yang masih berlangsung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sebagai hasil kejadian, memakai kata kerja intransitif.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まどガラスがわれて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madogarasu ga warete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Kaca jendela (dalam keadaan) pecah.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shimaimashita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sudah tuntas / sayangnya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しまいました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Perbuatan sudah selesai TUNTAS, atau mengungkapkan PENYESALAN ("sayangnya jadi..."). Dalam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obrolan santai jadi 〜ちゃった.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さいふをおとして しまいました。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saifu o otoshite shimaimashita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(Sayangnya) dompet saya terjatuh.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ni ikimasu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 boleh jadi に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に／へ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いきます／きます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tempat tujuan dengan いきます、きます、かえります, partikel へ boleh diganti に.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Keduanya sama benarnya.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こうばんにいかないと。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kouban ni ikanai to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Harus pergi ke pos polisi.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Sore / Sono / Sou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merujuk hal yang disebut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これ/それ/あれ (Bab 2) menunjuk benda nyata, それ・その・そう di sini menunjuk HAL yang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disebut lawan bicara.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さいふをおとしたんです。……それはたいへんですね。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saifu o otoshitan desu. ……sore wa taihen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Dompet saya jatuh. ……Wah, itu repot 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Arimashita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ketemu!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(setelah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mencari)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berarti "dulu ada", tapi ungkapan saat BARU MENEMUKAN sesuatu ("ah, ini dia!"), sering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diucapkan sambil mencari.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［かばんの なかを みて］……あ、ありました。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[kaban no naka o mite] …a, arimashita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[Sambil melihat ke dalam tas] …Ah, ketemu!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Dokoka / Dokoka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/ ke suatu tempat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で／に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 menyatakan tempat yang tidak pasti. へ dan を boleh dihilangkan, tapi で dan に TIDAK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 dihilangkan.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どこかでさいふをなくして しまいました。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dokoka de saifu o nakushite shimaimashita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Entah di mana, dompet saya hilang.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29 · Keadaan Akibat &amp; Penyesalan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29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Keadaan hasil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ています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Sayangnya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てしまいました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 jadi に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 いきます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Merujuk hal itu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それ・そう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ketemu!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ありました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Suatu tempat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どこか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hal yang pernah tidak sengaja kamu lakukan pakai ~te shimaimashita!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29 -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