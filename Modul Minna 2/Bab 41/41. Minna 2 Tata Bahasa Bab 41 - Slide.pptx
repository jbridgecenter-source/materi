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41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Menerima Sopan</a:t>
            </a:r>
            <a:endParaRPr lang="en-US" sz="43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いただきます・くださいます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Menerima oleh-oleh dari atasan? Yuk belajar versi sopan memberi dan menerima.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Itadakimasu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menerima dari atasan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atasan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いただきます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kita MENERIMA barang dari orang yang lebih tinggi, pakai いただきます (versi sopan dari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もらいます). Pemberinya に/から.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わたしはぶちょうにおみやげをいただきました。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watashi wa buchou ni omiyage o itadakimashita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menerima oleh-oleh dari kepala bagian.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41 · Memberi Menerima Sopan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Kudasaimasu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atasan memberi ke kita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atasan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くださいます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orang yang lebih tinggi MEMBERI kepada kita, pakai くださいます (versi sopan dari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くれます). Pemberinya が.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ぶちょうがおみやげをくださいました。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buchou ga omiyage o kudasaimashita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bagian memberi saya oleh-oleh.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41 · Memberi Menerima Sopan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ke yang lebih rendah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adik／hewan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やります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MEMBERI ke yang lebih muda/bawahan, hewan, atau tanaman, dulu pakai やります. Sekarang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あげます juga umum dipakai.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いぬにえさをやりました。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inu ni esa o yarimashita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memberi makan anjing.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41 · Memberi Menerima Sopan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itadakimasu/kudasaimasu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pemberian jasa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いただきます／くださいます／やります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sopan yang sama berlaku untuk pemberian JASA: いただきます (dibantu atasan),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くださいます (atasan membantu kita), やります (kita membantu yang muda).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ぶちょうがえきまでおくって くださいました。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buchou ga eki made okutte kudasaimashita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bagian mengantar saya sampai stasiun.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41 · Memberi Menerima Sopan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kudasaimasen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tolong ... (sopan)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くださいませんか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sopan dari 〜て ください, masih di bawah 〜て いただけませんか. Urutan: ください &lt;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くださいませんか &lt; いただけませんか.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つかいかたをおしえて くださいませんか。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tsukaikata o oshiete kudasaimasen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Tolong ajarkan cara pakainya, ya?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41 · Memberi Menerima Sopan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ni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sebagai tanda / untuk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(sebagai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tanda)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 di sini menandai TUJUAN/maksud sebuah pemberian ("sebagai tanda ...", "untuk oleh-oleh ...").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けっこんいわいにおさらをくださいました。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kekkon iwai ni osara o kudasaimashita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(Beliau) memberi piring sebagai hadiah pernikahan.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41 · Memberi Menerima Sopan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41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Menerima (atasan)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いただきます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Diberi (atasan)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くださいます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(bawahan)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やります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Jasa sopan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ていただきます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Tolong sopan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くださいませんか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Sebagai tanda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に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sesuatu yang pernah diberikan orang yang lebih tua kepadamu!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41 - Tata Bahasa</dc:title>
  <dc:subject>PptxGenJS Presentation</dc:subject>
  <dc:creator>PptxGenJS</dc:creator>
  <cp:lastModifiedBy>PptxGenJS</cp:lastModifiedBy>
  <cp:revision>1</cp:revision>
  <dcterms:created xsi:type="dcterms:W3CDTF">2026-09-27T20:20:48Z</dcterms:created>
  <dcterms:modified xsi:type="dcterms:W3CDTF">2026-09-27T20:20:48Z</dcterms:modified>
</cp:coreProperties>
</file>